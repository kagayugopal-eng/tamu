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ドライバーの入力は3か所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この画面で、入力項目を確認する（次の3か所をドライバーが入力）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ドライバーが入力する場所は3か所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280160"/>
            <a:ext cx="8869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すべて免許証に載っている漢字で入力・署名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