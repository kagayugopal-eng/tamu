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  <p:sldId id="280" r:id="rId3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9152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9152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9152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フォルダへ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1304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⑥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ドライバーの入力は3か所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33756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この画面で、入力項目を確認する（次の3か所をドライバーが入力）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ドライバーが入力する場所は3か所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280160"/>
            <a:ext cx="8869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すべて免許証に載っている漢字で入力・署名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送信は1通200円。送る前に、送付先（名前・メールアドレス）をもう一度確認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④-1で決めたパスワード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