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バイカー・ウォーカーは、提出した本人確認書類（マイナンバーカード・パスポート）に載っている字のとおりに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