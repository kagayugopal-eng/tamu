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25"/>
  </p:notesMasterIdLst>
  <p:sldIdLst>
    <p:sldId id="256" r:id="rId5"/>
    <p:sldId id="257" r:id="rId11"/>
    <p:sldId id="258" r:id="rId12"/>
    <p:sldId id="259" r:id="rId13"/>
    <p:sldId id="260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2B2F4B-37FA-F442-99A4-0BBC95A3B399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8C1D0C-C09E-5640-831D-BC9E2B99CE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1616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3">
            <a:extLst>
              <a:ext uri="{FF2B5EF4-FFF2-40B4-BE49-F238E27FC236}">
                <a16:creationId xmlns:a16="http://schemas.microsoft.com/office/drawing/2014/main" id="{9AE60DE3-AE18-AAB2-F70F-7ADEB87EE36D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6EAED067-7602-4A49-FB84-880DEE254FB9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2196AC1A-AE73-6289-5AD1-B1D2705E18A2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DD15C763-F531-386A-DB92-27FE7A14AFF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1" name="AutoShape 7">
            <a:extLst>
              <a:ext uri="{FF2B5EF4-FFF2-40B4-BE49-F238E27FC236}">
                <a16:creationId xmlns:a16="http://schemas.microsoft.com/office/drawing/2014/main" id="{1F89C03A-5718-6F99-75B9-8E2A0661E491}"/>
              </a:ext>
            </a:extLst>
          </p:cNvPr>
          <p:cNvSpPr/>
          <p:nvPr userDrawn="1"/>
        </p:nvSpPr>
        <p:spPr>
          <a:xfrm>
            <a:off x="2283315" y="3912307"/>
            <a:ext cx="7625370" cy="0"/>
          </a:xfrm>
          <a:prstGeom prst="line">
            <a:avLst/>
          </a:prstGeom>
          <a:ln w="1238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7">
            <a:extLst>
              <a:ext uri="{FF2B5EF4-FFF2-40B4-BE49-F238E27FC236}">
                <a16:creationId xmlns:a16="http://schemas.microsoft.com/office/drawing/2014/main" id="{22970FB3-78B9-6028-9919-1014E94084A2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C95E5D66-7A28-F4A4-4163-C3CF4CE8A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522" y="3115390"/>
            <a:ext cx="7634958" cy="627221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0" name="テキスト プレースホルダー 2">
            <a:extLst>
              <a:ext uri="{FF2B5EF4-FFF2-40B4-BE49-F238E27FC236}">
                <a16:creationId xmlns:a16="http://schemas.microsoft.com/office/drawing/2014/main" id="{7505B7B6-E1A1-DFBC-2DB7-139E34163B40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566427" y="4099997"/>
            <a:ext cx="3342258" cy="104773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052E466-E5A2-FBA5-9B6A-50A0B73F79EF}"/>
              </a:ext>
            </a:extLst>
          </p:cNvPr>
          <p:cNvSpPr/>
          <p:nvPr userDrawn="1"/>
        </p:nvSpPr>
        <p:spPr>
          <a:xfrm>
            <a:off x="235712" y="254001"/>
            <a:ext cx="1198255" cy="431799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関係者秘</a:t>
            </a: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BD828F4A-6B69-2A0A-E3CE-78CCC5B6FBB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1297A563-B300-C6DE-8DA7-A770057CB88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FDF57390-48BD-BAAD-57EF-53AA9C7CDECE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215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2">
            <a:extLst>
              <a:ext uri="{FF2B5EF4-FFF2-40B4-BE49-F238E27FC236}">
                <a16:creationId xmlns:a16="http://schemas.microsoft.com/office/drawing/2014/main" id="{7B3356AD-D55D-9B2F-8F99-635D1BF00385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19" name="Freeform 3">
              <a:extLst>
                <a:ext uri="{FF2B5EF4-FFF2-40B4-BE49-F238E27FC236}">
                  <a16:creationId xmlns:a16="http://schemas.microsoft.com/office/drawing/2014/main" id="{BC7DD35B-0359-DDC1-3503-13B7F0A28D84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0" name="Group 4">
            <a:extLst>
              <a:ext uri="{FF2B5EF4-FFF2-40B4-BE49-F238E27FC236}">
                <a16:creationId xmlns:a16="http://schemas.microsoft.com/office/drawing/2014/main" id="{FB2EBD36-3F54-2C01-FF8F-1A33AF0A07B3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526C3D23-6CF7-CBE0-5446-4E2FA97EEA4B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2" name="Group 6">
            <a:extLst>
              <a:ext uri="{FF2B5EF4-FFF2-40B4-BE49-F238E27FC236}">
                <a16:creationId xmlns:a16="http://schemas.microsoft.com/office/drawing/2014/main" id="{3A5456A3-E4CD-079B-984F-A71B316FF9E9}"/>
              </a:ext>
            </a:extLst>
          </p:cNvPr>
          <p:cNvGrpSpPr/>
          <p:nvPr userDrawn="1"/>
        </p:nvGrpSpPr>
        <p:grpSpPr>
          <a:xfrm>
            <a:off x="129533" y="112960"/>
            <a:ext cx="111699" cy="471240"/>
            <a:chOff x="0" y="0"/>
            <a:chExt cx="44128" cy="186169"/>
          </a:xfrm>
        </p:grpSpPr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CDACBAE2-E83E-077A-C3BA-56BB950637E3}"/>
                </a:ext>
              </a:extLst>
            </p:cNvPr>
            <p:cNvSpPr/>
            <p:nvPr/>
          </p:nvSpPr>
          <p:spPr>
            <a:xfrm>
              <a:off x="0" y="0"/>
              <a:ext cx="44128" cy="186169"/>
            </a:xfrm>
            <a:custGeom>
              <a:avLst/>
              <a:gdLst/>
              <a:ahLst/>
              <a:cxnLst/>
              <a:rect l="l" t="t" r="r" b="b"/>
              <a:pathLst>
                <a:path w="44128" h="186169">
                  <a:moveTo>
                    <a:pt x="0" y="0"/>
                  </a:moveTo>
                  <a:lnTo>
                    <a:pt x="44128" y="0"/>
                  </a:lnTo>
                  <a:lnTo>
                    <a:pt x="44128" y="186169"/>
                  </a:lnTo>
                  <a:lnTo>
                    <a:pt x="0" y="186169"/>
                  </a:lnTo>
                  <a:close/>
                </a:path>
              </a:pathLst>
            </a:custGeom>
            <a:solidFill>
              <a:srgbClr val="737373"/>
            </a:soli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24" name="TextBox 8">
              <a:extLst>
                <a:ext uri="{FF2B5EF4-FFF2-40B4-BE49-F238E27FC236}">
                  <a16:creationId xmlns:a16="http://schemas.microsoft.com/office/drawing/2014/main" id="{C85CE811-6127-3120-C11D-1707DDB68A49}"/>
                </a:ext>
              </a:extLst>
            </p:cNvPr>
            <p:cNvSpPr txBox="1"/>
            <p:nvPr/>
          </p:nvSpPr>
          <p:spPr>
            <a:xfrm>
              <a:off x="0" y="-47625"/>
              <a:ext cx="44128" cy="2337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25" name="AutoShape 9">
            <a:extLst>
              <a:ext uri="{FF2B5EF4-FFF2-40B4-BE49-F238E27FC236}">
                <a16:creationId xmlns:a16="http://schemas.microsoft.com/office/drawing/2014/main" id="{E6FF36D6-9C9F-8366-38C2-26B12772C7E1}"/>
              </a:ext>
            </a:extLst>
          </p:cNvPr>
          <p:cNvSpPr/>
          <p:nvPr userDrawn="1"/>
        </p:nvSpPr>
        <p:spPr>
          <a:xfrm>
            <a:off x="0" y="723900"/>
            <a:ext cx="12192000" cy="0"/>
          </a:xfrm>
          <a:prstGeom prst="line">
            <a:avLst/>
          </a:prstGeom>
          <a:ln w="476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26" name="Freeform 10">
            <a:extLst>
              <a:ext uri="{FF2B5EF4-FFF2-40B4-BE49-F238E27FC236}">
                <a16:creationId xmlns:a16="http://schemas.microsoft.com/office/drawing/2014/main" id="{58538464-14BF-0206-1642-6A6E521D240D}"/>
              </a:ext>
            </a:extLst>
          </p:cNvPr>
          <p:cNvSpPr/>
          <p:nvPr userDrawn="1"/>
        </p:nvSpPr>
        <p:spPr>
          <a:xfrm>
            <a:off x="10797554" y="141825"/>
            <a:ext cx="1225089" cy="465023"/>
          </a:xfrm>
          <a:custGeom>
            <a:avLst/>
            <a:gdLst/>
            <a:ahLst/>
            <a:cxnLst/>
            <a:rect l="l" t="t" r="r" b="b"/>
            <a:pathLst>
              <a:path w="1837634" h="697535">
                <a:moveTo>
                  <a:pt x="0" y="0"/>
                </a:moveTo>
                <a:lnTo>
                  <a:pt x="1837634" y="0"/>
                </a:lnTo>
                <a:lnTo>
                  <a:pt x="1837634" y="697535"/>
                </a:lnTo>
                <a:lnTo>
                  <a:pt x="0" y="6975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30" name="タイトル 1">
            <a:extLst>
              <a:ext uri="{FF2B5EF4-FFF2-40B4-BE49-F238E27FC236}">
                <a16:creationId xmlns:a16="http://schemas.microsoft.com/office/drawing/2014/main" id="{EBFC680D-F181-2CEA-5E26-E14ED5230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673" y="112960"/>
            <a:ext cx="10344727" cy="471240"/>
          </a:xfrm>
          <a:prstGeom prst="rect">
            <a:avLst/>
          </a:prstGeom>
        </p:spPr>
        <p:txBody>
          <a:bodyPr anchor="ctr"/>
          <a:lstStyle>
            <a:lvl1pPr>
              <a:defRPr sz="28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1" name="テキスト プレースホルダー 2">
            <a:extLst>
              <a:ext uri="{FF2B5EF4-FFF2-40B4-BE49-F238E27FC236}">
                <a16:creationId xmlns:a16="http://schemas.microsoft.com/office/drawing/2014/main" id="{8C09861C-5295-F52A-1C2C-EEF8E4157C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8672" y="855134"/>
            <a:ext cx="11494656" cy="5556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9DE11C5F-EE92-8048-1688-48A77E46BEC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70CEC26-D75C-C611-84B3-22C56F6BDD14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569DF34D-AF43-D844-BA50-8479BC93CF79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530772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">
            <a:extLst>
              <a:ext uri="{FF2B5EF4-FFF2-40B4-BE49-F238E27FC236}">
                <a16:creationId xmlns:a16="http://schemas.microsoft.com/office/drawing/2014/main" id="{E00B2FFB-046E-B2C5-1BC0-18983FF0FC26}"/>
              </a:ext>
            </a:extLst>
          </p:cNvPr>
          <p:cNvGrpSpPr/>
          <p:nvPr userDrawn="1"/>
        </p:nvGrpSpPr>
        <p:grpSpPr>
          <a:xfrm>
            <a:off x="1" y="1"/>
            <a:ext cx="12192000" cy="6858000"/>
            <a:chOff x="0" y="0"/>
            <a:chExt cx="4957720" cy="3976714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98A4124F-444C-B07B-8C71-34F504A6EF4F}"/>
                </a:ext>
              </a:extLst>
            </p:cNvPr>
            <p:cNvSpPr/>
            <p:nvPr/>
          </p:nvSpPr>
          <p:spPr>
            <a:xfrm>
              <a:off x="0" y="0"/>
              <a:ext cx="4957720" cy="3976714"/>
            </a:xfrm>
            <a:custGeom>
              <a:avLst/>
              <a:gdLst/>
              <a:ahLst/>
              <a:cxnLst/>
              <a:rect l="l" t="t" r="r" b="b"/>
              <a:pathLst>
                <a:path w="4957720" h="3976714">
                  <a:moveTo>
                    <a:pt x="0" y="0"/>
                  </a:moveTo>
                  <a:lnTo>
                    <a:pt x="4957720" y="0"/>
                  </a:lnTo>
                  <a:lnTo>
                    <a:pt x="4957720" y="3976714"/>
                  </a:lnTo>
                  <a:lnTo>
                    <a:pt x="0" y="3976714"/>
                  </a:lnTo>
                  <a:close/>
                </a:path>
              </a:pathLst>
            </a:custGeom>
            <a:gradFill rotWithShape="1">
              <a:gsLst>
                <a:gs pos="0">
                  <a:srgbClr val="4460DF">
                    <a:alpha val="10000"/>
                  </a:srgbClr>
                </a:gs>
                <a:gs pos="33333">
                  <a:srgbClr val="55BECD">
                    <a:alpha val="9550"/>
                  </a:srgbClr>
                </a:gs>
                <a:gs pos="66667">
                  <a:srgbClr val="835FFF">
                    <a:alpha val="10000"/>
                  </a:srgbClr>
                </a:gs>
                <a:gs pos="100000">
                  <a:srgbClr val="FF66C4">
                    <a:alpha val="1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8" name="TextBox 4">
              <a:extLst>
                <a:ext uri="{FF2B5EF4-FFF2-40B4-BE49-F238E27FC236}">
                  <a16:creationId xmlns:a16="http://schemas.microsoft.com/office/drawing/2014/main" id="{4D47CBF6-EFCA-52DA-B05C-B7D51380E448}"/>
                </a:ext>
              </a:extLst>
            </p:cNvPr>
            <p:cNvSpPr txBox="1"/>
            <p:nvPr/>
          </p:nvSpPr>
          <p:spPr>
            <a:xfrm>
              <a:off x="0" y="9525"/>
              <a:ext cx="4957720" cy="39671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50"/>
                </a:lnSpc>
              </a:pPr>
              <a:endParaRPr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A133DE25-D836-8A96-0AC4-C05EFFC09FDB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496773" y="-2945600"/>
            <a:ext cx="5882069" cy="7122331"/>
            <a:chOff x="0" y="0"/>
            <a:chExt cx="11764137" cy="14244663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95F80635-B023-2122-227A-614BA3C1036E}"/>
                </a:ext>
              </a:extLst>
            </p:cNvPr>
            <p:cNvSpPr/>
            <p:nvPr/>
          </p:nvSpPr>
          <p:spPr>
            <a:xfrm>
              <a:off x="0" y="0"/>
              <a:ext cx="11764137" cy="14244701"/>
            </a:xfrm>
            <a:custGeom>
              <a:avLst/>
              <a:gdLst/>
              <a:ahLst/>
              <a:cxnLst/>
              <a:rect l="l" t="t" r="r" b="b"/>
              <a:pathLst>
                <a:path w="11764137" h="14244701">
                  <a:moveTo>
                    <a:pt x="11764137" y="3355213"/>
                  </a:moveTo>
                  <a:lnTo>
                    <a:pt x="8958961" y="324739"/>
                  </a:lnTo>
                  <a:lnTo>
                    <a:pt x="550037" y="0"/>
                  </a:lnTo>
                  <a:lnTo>
                    <a:pt x="0" y="14244701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0627" t="-333" r="-40603" b="-794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11" name="Group 8">
            <a:extLst>
              <a:ext uri="{FF2B5EF4-FFF2-40B4-BE49-F238E27FC236}">
                <a16:creationId xmlns:a16="http://schemas.microsoft.com/office/drawing/2014/main" id="{076AB430-91B9-5FB1-4FAF-7924E23DFBF6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182D6B9-5898-B8A5-DC51-85AA9691DCC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3" name="Freeform 16">
            <a:extLst>
              <a:ext uri="{FF2B5EF4-FFF2-40B4-BE49-F238E27FC236}">
                <a16:creationId xmlns:a16="http://schemas.microsoft.com/office/drawing/2014/main" id="{18FFC105-2600-5EC1-0E26-9DFE95C39AB6}"/>
              </a:ext>
            </a:extLst>
          </p:cNvPr>
          <p:cNvSpPr/>
          <p:nvPr userDrawn="1"/>
        </p:nvSpPr>
        <p:spPr>
          <a:xfrm>
            <a:off x="9395204" y="232068"/>
            <a:ext cx="2812437" cy="6627039"/>
          </a:xfrm>
          <a:custGeom>
            <a:avLst/>
            <a:gdLst/>
            <a:ahLst/>
            <a:cxnLst/>
            <a:rect l="l" t="t" r="r" b="b"/>
            <a:pathLst>
              <a:path w="4218655" h="9940559">
                <a:moveTo>
                  <a:pt x="0" y="0"/>
                </a:moveTo>
                <a:lnTo>
                  <a:pt x="4218656" y="0"/>
                </a:lnTo>
                <a:lnTo>
                  <a:pt x="4218656" y="9940559"/>
                </a:lnTo>
                <a:lnTo>
                  <a:pt x="0" y="99405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22616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4" name="Freeform 17">
            <a:extLst>
              <a:ext uri="{FF2B5EF4-FFF2-40B4-BE49-F238E27FC236}">
                <a16:creationId xmlns:a16="http://schemas.microsoft.com/office/drawing/2014/main" id="{649DAA33-1E27-7822-3D91-605BE00CCD0C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9">
            <a:extLst>
              <a:ext uri="{FF2B5EF4-FFF2-40B4-BE49-F238E27FC236}">
                <a16:creationId xmlns:a16="http://schemas.microsoft.com/office/drawing/2014/main" id="{A76073C2-FA84-0EAE-B028-4C4673E530EE}"/>
              </a:ext>
            </a:extLst>
          </p:cNvPr>
          <p:cNvSpPr/>
          <p:nvPr userDrawn="1"/>
        </p:nvSpPr>
        <p:spPr>
          <a:xfrm rot="5400000">
            <a:off x="7647097" y="2343514"/>
            <a:ext cx="2584968" cy="6503565"/>
          </a:xfrm>
          <a:custGeom>
            <a:avLst/>
            <a:gdLst/>
            <a:ahLst/>
            <a:cxnLst/>
            <a:rect l="l" t="t" r="r" b="b"/>
            <a:pathLst>
              <a:path w="3877452" h="9755348">
                <a:moveTo>
                  <a:pt x="0" y="0"/>
                </a:moveTo>
                <a:lnTo>
                  <a:pt x="3877452" y="0"/>
                </a:lnTo>
                <a:lnTo>
                  <a:pt x="3877452" y="9755348"/>
                </a:lnTo>
                <a:lnTo>
                  <a:pt x="0" y="97553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898" r="-33405"/>
            </a:stretch>
          </a:blipFill>
        </p:spPr>
        <p:txBody>
          <a:bodyPr/>
          <a:lstStyle/>
          <a:p>
            <a:endParaRPr lang="ja-JP" altLang="en-US" sz="1200"/>
          </a:p>
        </p:txBody>
      </p:sp>
      <p:grpSp>
        <p:nvGrpSpPr>
          <p:cNvPr id="16" name="Group 10">
            <a:extLst>
              <a:ext uri="{FF2B5EF4-FFF2-40B4-BE49-F238E27FC236}">
                <a16:creationId xmlns:a16="http://schemas.microsoft.com/office/drawing/2014/main" id="{7581738A-6C36-BD7B-89F1-16482126A9AD}"/>
              </a:ext>
            </a:extLst>
          </p:cNvPr>
          <p:cNvGrpSpPr/>
          <p:nvPr userDrawn="1"/>
        </p:nvGrpSpPr>
        <p:grpSpPr>
          <a:xfrm>
            <a:off x="32178" y="4339272"/>
            <a:ext cx="1730887" cy="1730887"/>
            <a:chOff x="0" y="0"/>
            <a:chExt cx="812800" cy="812800"/>
          </a:xfrm>
        </p:grpSpPr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D8776C52-571E-C7D0-382A-F1091B855C4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18" name="TextBox 12">
              <a:extLst>
                <a:ext uri="{FF2B5EF4-FFF2-40B4-BE49-F238E27FC236}">
                  <a16:creationId xmlns:a16="http://schemas.microsoft.com/office/drawing/2014/main" id="{593C97DB-DAE5-8185-34BE-09114DAF6BF0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19" name="Freeform 7">
            <a:extLst>
              <a:ext uri="{FF2B5EF4-FFF2-40B4-BE49-F238E27FC236}">
                <a16:creationId xmlns:a16="http://schemas.microsoft.com/office/drawing/2014/main" id="{21D967B5-8296-273C-83D8-49AFE69CACB5}"/>
              </a:ext>
            </a:extLst>
          </p:cNvPr>
          <p:cNvSpPr/>
          <p:nvPr userDrawn="1"/>
        </p:nvSpPr>
        <p:spPr>
          <a:xfrm>
            <a:off x="290418" y="5008111"/>
            <a:ext cx="2287097" cy="1848642"/>
          </a:xfrm>
          <a:custGeom>
            <a:avLst/>
            <a:gdLst/>
            <a:ahLst/>
            <a:cxnLst/>
            <a:rect l="l" t="t" r="r" b="b"/>
            <a:pathLst>
              <a:path w="3430645" h="2772963">
                <a:moveTo>
                  <a:pt x="0" y="0"/>
                </a:moveTo>
                <a:lnTo>
                  <a:pt x="3430645" y="0"/>
                </a:lnTo>
                <a:lnTo>
                  <a:pt x="3430645" y="2772964"/>
                </a:lnTo>
                <a:lnTo>
                  <a:pt x="0" y="27729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b="-23717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23" name="タイトル 1">
            <a:extLst>
              <a:ext uri="{FF2B5EF4-FFF2-40B4-BE49-F238E27FC236}">
                <a16:creationId xmlns:a16="http://schemas.microsoft.com/office/drawing/2014/main" id="{79D9840A-65BA-D421-F952-282C4D112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6774" y="3115390"/>
            <a:ext cx="8398454" cy="6272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187FBEF5-411A-9EC8-05B0-C44CF6F7B4B2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200DCEB-77AC-9728-AE62-E62E79AD7B4F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0A11723D-72FA-FD19-8469-B18D30214D4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8451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2">
            <a:extLst>
              <a:ext uri="{FF2B5EF4-FFF2-40B4-BE49-F238E27FC236}">
                <a16:creationId xmlns:a16="http://schemas.microsoft.com/office/drawing/2014/main" id="{B847F6B2-8D52-045F-D872-092F50CB5FAA}"/>
              </a:ext>
            </a:extLst>
          </p:cNvPr>
          <p:cNvSpPr/>
          <p:nvPr userDrawn="1"/>
        </p:nvSpPr>
        <p:spPr>
          <a:xfrm>
            <a:off x="469964" y="530755"/>
            <a:ext cx="11252072" cy="5796491"/>
          </a:xfrm>
          <a:prstGeom prst="rect">
            <a:avLst/>
          </a:prstGeom>
          <a:gradFill rotWithShape="1">
            <a:gsLst>
              <a:gs pos="0">
                <a:srgbClr val="50B7F1">
                  <a:alpha val="47160"/>
                </a:srgbClr>
              </a:gs>
              <a:gs pos="25000">
                <a:srgbClr val="94B9FF">
                  <a:alpha val="37080"/>
                </a:srgbClr>
              </a:gs>
              <a:gs pos="50000">
                <a:srgbClr val="FFFFFF">
                  <a:alpha val="0"/>
                </a:srgbClr>
              </a:gs>
              <a:gs pos="75000">
                <a:srgbClr val="FF61D2">
                  <a:alpha val="24480"/>
                </a:srgbClr>
              </a:gs>
              <a:gs pos="100000">
                <a:srgbClr val="FFFFFF">
                  <a:alpha val="30600"/>
                </a:srgbClr>
              </a:gs>
            </a:gsLst>
            <a:lin ang="2700000"/>
          </a:gradFill>
          <a:ln cap="sq">
            <a:noFill/>
            <a:prstDash val="solid"/>
            <a:miter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18C9FA76-8303-4316-AB34-73BAECE60BE3}"/>
              </a:ext>
            </a:extLst>
          </p:cNvPr>
          <p:cNvSpPr txBox="1"/>
          <p:nvPr userDrawn="1"/>
        </p:nvSpPr>
        <p:spPr>
          <a:xfrm>
            <a:off x="4866660" y="4576918"/>
            <a:ext cx="2871572" cy="2639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600" b="1" dirty="0">
                <a:solidFill>
                  <a:srgbClr val="00000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 </a:t>
            </a:r>
            <a:r>
              <a:rPr lang="en-US" sz="1600" b="1" dirty="0" err="1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良いサービスで物流に</a:t>
            </a:r>
            <a:r>
              <a:rPr lang="en-US" sz="1600" b="1" dirty="0" err="1">
                <a:solidFill>
                  <a:srgbClr val="FF5757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彩を</a:t>
            </a:r>
            <a:r>
              <a:rPr lang="en-US" sz="1600" b="1" dirty="0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。</a:t>
            </a:r>
          </a:p>
        </p:txBody>
      </p:sp>
      <p:sp>
        <p:nvSpPr>
          <p:cNvPr id="7" name="Freeform 7" descr="ロゴ, アイコン  自動的に生成された説明">
            <a:extLst>
              <a:ext uri="{FF2B5EF4-FFF2-40B4-BE49-F238E27FC236}">
                <a16:creationId xmlns:a16="http://schemas.microsoft.com/office/drawing/2014/main" id="{67EC9E67-3C16-B676-2FEF-4660D750C16E}"/>
              </a:ext>
            </a:extLst>
          </p:cNvPr>
          <p:cNvSpPr/>
          <p:nvPr userDrawn="1"/>
        </p:nvSpPr>
        <p:spPr>
          <a:xfrm>
            <a:off x="4013200" y="1968500"/>
            <a:ext cx="3835393" cy="1460500"/>
          </a:xfrm>
          <a:custGeom>
            <a:avLst/>
            <a:gdLst/>
            <a:ahLst/>
            <a:cxnLst/>
            <a:rect l="l" t="t" r="r" b="b"/>
            <a:pathLst>
              <a:path w="5753090" h="2190750">
                <a:moveTo>
                  <a:pt x="0" y="0"/>
                </a:moveTo>
                <a:lnTo>
                  <a:pt x="5753090" y="0"/>
                </a:lnTo>
                <a:lnTo>
                  <a:pt x="5753090" y="2190750"/>
                </a:lnTo>
                <a:lnTo>
                  <a:pt x="0" y="21907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A250A23-9DD9-6799-E031-094B05017037}"/>
              </a:ext>
            </a:extLst>
          </p:cNvPr>
          <p:cNvSpPr txBox="1"/>
          <p:nvPr userDrawn="1"/>
        </p:nvSpPr>
        <p:spPr>
          <a:xfrm>
            <a:off x="4177221" y="3520278"/>
            <a:ext cx="3921685" cy="1000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30"/>
              </a:lnSpc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Delivering good, </a:t>
            </a:r>
          </a:p>
          <a:p>
            <a:pPr algn="ctr">
              <a:lnSpc>
                <a:spcPts val="3930"/>
              </a:lnSpc>
              <a:spcBef>
                <a:spcPct val="0"/>
              </a:spcBef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Coloring the scene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740EE4B5-B3BA-F650-F27B-5B4A0B613515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60EC0883-F297-4581-76B4-E5ED89B81CA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862E90C7-8AA3-E57B-84AA-DB481F3C0F3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31071262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228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txStyles>
    <p:titleStyle>
      <a:lvl1pPr algn="l" defTabSz="609630" rtl="0" eaLnBrk="1" latinLnBrk="0" hangingPunct="1">
        <a:lnSpc>
          <a:spcPct val="90000"/>
        </a:lnSpc>
        <a:spcBef>
          <a:spcPct val="0"/>
        </a:spcBef>
        <a:buNone/>
        <a:defRPr kumimoji="1"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408" indent="-152408" algn="l" defTabSz="60963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FB6BE"/>
                </a:solidFill>
                <a:latin typeface="Yu Gothic"/>
                <a:ea typeface="Yu Gothic"/>
              </a:rPr>
              <a:t>Gopal 登録チーム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058400" cy="21945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6400" b="1">
                <a:solidFill>
                  <a:srgbClr val="333333"/>
                </a:solidFill>
                <a:latin typeface="Yu Gothic"/>
                <a:ea typeface="Yu Gothic"/>
              </a:rPr>
              <a:t>登録の流れ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297680"/>
            <a:ext cx="10058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Yu Gothic"/>
                <a:ea typeface="Yu Gothic"/>
              </a:rPr>
              <a:t>採用決定後 〜 登録完了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登録の流れ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86000"/>
            <a:ext cx="201168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201168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①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書類をそろえる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114800"/>
            <a:ext cx="2011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300" b="1">
                <a:solidFill>
                  <a:srgbClr val="4FB6BE"/>
                </a:solidFill>
                <a:latin typeface="Yu Gothic"/>
              </a:rPr>
              <a:t>今回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6312" y="2880360"/>
            <a:ext cx="32004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2286000"/>
            <a:ext cx="201168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2286000"/>
            <a:ext cx="201168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②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クラウドサイン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4114800"/>
            <a:ext cx="2011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300" b="1">
                <a:solidFill>
                  <a:srgbClr val="4FB6BE"/>
                </a:solidFill>
                <a:latin typeface="Yu Gothic"/>
              </a:rPr>
              <a:t>今回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82312" y="2880360"/>
            <a:ext cx="32004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2286000"/>
            <a:ext cx="201168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2286000"/>
            <a:ext cx="201168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③</a:t>
            </a:r>
          </a:p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フォルダへ格納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4114800"/>
            <a:ext cx="2011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68312" y="2880360"/>
            <a:ext cx="32004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20" y="2286000"/>
            <a:ext cx="201168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0920" y="2286000"/>
            <a:ext cx="201168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④</a:t>
            </a:r>
          </a:p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Amazon登録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4114800"/>
            <a:ext cx="2011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4312" y="2880360"/>
            <a:ext cx="32004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46920" y="2286000"/>
            <a:ext cx="201168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2286000"/>
            <a:ext cx="201168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⑤</a:t>
            </a:r>
          </a:p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登録完了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4114800"/>
            <a:ext cx="2011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書類をそろえる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822960" cy="41148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82296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番号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1280160"/>
            <a:ext cx="3840480" cy="41148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280160"/>
            <a:ext cx="38404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書類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80" y="1280160"/>
            <a:ext cx="1463040" cy="41148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280160"/>
            <a:ext cx="146304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形式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1280160"/>
            <a:ext cx="4937760" cy="41148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280160"/>
            <a:ext cx="493776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ファイル名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691639"/>
            <a:ext cx="822960" cy="502920"/>
          </a:xfrm>
          <a:prstGeom prst="rect">
            <a:avLst/>
          </a:prstGeom>
          <a:solidFill>
            <a:srgbClr val="FFF6E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691639"/>
            <a:ext cx="8229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400" b="1">
                <a:solidFill>
                  <a:srgbClr val="4FB6BE"/>
                </a:solidFill>
                <a:latin typeface="Yu Gothic"/>
              </a:rPr>
              <a:t>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1691639"/>
            <a:ext cx="3840480" cy="502920"/>
          </a:xfrm>
          <a:prstGeom prst="rect">
            <a:avLst/>
          </a:prstGeom>
          <a:solidFill>
            <a:srgbClr val="FFF6E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1691639"/>
            <a:ext cx="38404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新必要書類チェック表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2080" y="1691639"/>
            <a:ext cx="1463040" cy="502920"/>
          </a:xfrm>
          <a:prstGeom prst="rect">
            <a:avLst/>
          </a:prstGeom>
          <a:solidFill>
            <a:srgbClr val="FFF6E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1691639"/>
            <a:ext cx="146304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Yu Gothic"/>
              </a:rPr>
              <a:t>元の形式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1691639"/>
            <a:ext cx="4937760" cy="502920"/>
          </a:xfrm>
          <a:prstGeom prst="rect">
            <a:avLst/>
          </a:prstGeom>
          <a:solidFill>
            <a:srgbClr val="FFF6E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1691639"/>
            <a:ext cx="49377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00.新必要書類チェック表 氏名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194560"/>
            <a:ext cx="8229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194560"/>
            <a:ext cx="8229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400" b="1">
                <a:solidFill>
                  <a:srgbClr val="4FB6BE"/>
                </a:solidFill>
                <a:latin typeface="Yu Gothic"/>
              </a:rPr>
              <a:t>1.1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2194560"/>
            <a:ext cx="3840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2194560"/>
            <a:ext cx="38404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面接前同意forms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12080" y="2194560"/>
            <a:ext cx="14630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2194560"/>
            <a:ext cx="146304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Yu Gothic"/>
              </a:rPr>
              <a:t>PDF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2194560"/>
            <a:ext cx="49377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2194560"/>
            <a:ext cx="49377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1.1面接前同意forms 氏名.pdf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697480"/>
            <a:ext cx="822960" cy="502920"/>
          </a:xfrm>
          <a:prstGeom prst="rect">
            <a:avLst/>
          </a:prstGeom>
          <a:solidFill>
            <a:srgbClr val="FFF6E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2697480"/>
            <a:ext cx="8229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400" b="1">
                <a:solidFill>
                  <a:srgbClr val="4FB6BE"/>
                </a:solidFill>
                <a:latin typeface="Yu Gothic"/>
              </a:rPr>
              <a:t>2.1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71600" y="2697480"/>
            <a:ext cx="3840480" cy="502920"/>
          </a:xfrm>
          <a:prstGeom prst="rect">
            <a:avLst/>
          </a:prstGeom>
          <a:solidFill>
            <a:srgbClr val="FFF6E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71600" y="2697480"/>
            <a:ext cx="38404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面接時チェックシート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2080" y="2697480"/>
            <a:ext cx="1463040" cy="502920"/>
          </a:xfrm>
          <a:prstGeom prst="rect">
            <a:avLst/>
          </a:prstGeom>
          <a:solidFill>
            <a:srgbClr val="FFF6E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2697480"/>
            <a:ext cx="146304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Yu Gothic"/>
              </a:rPr>
              <a:t>元の形式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2697480"/>
            <a:ext cx="4937760" cy="502920"/>
          </a:xfrm>
          <a:prstGeom prst="rect">
            <a:avLst/>
          </a:prstGeom>
          <a:solidFill>
            <a:srgbClr val="FFF6E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0" y="2697480"/>
            <a:ext cx="49377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2.1面接時チェックシート 氏名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200400"/>
            <a:ext cx="8229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200400"/>
            <a:ext cx="8229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400" b="1">
                <a:solidFill>
                  <a:srgbClr val="4FB6BE"/>
                </a:solidFill>
                <a:latin typeface="Yu Gothic"/>
              </a:rPr>
              <a:t>3.1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371600" y="3200400"/>
            <a:ext cx="3840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71600" y="3200400"/>
            <a:ext cx="38404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クラウドサイン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12080" y="3200400"/>
            <a:ext cx="14630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0" y="3200400"/>
            <a:ext cx="146304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Yu Gothic"/>
              </a:rPr>
              <a:t>PDF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75120" y="3200400"/>
            <a:ext cx="49377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75120" y="3200400"/>
            <a:ext cx="49377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3.1＋クラウドサインの名前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703320"/>
            <a:ext cx="822960" cy="502920"/>
          </a:xfrm>
          <a:prstGeom prst="rect">
            <a:avLst/>
          </a:prstGeom>
          <a:solidFill>
            <a:srgbClr val="F6FBFC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3703320"/>
            <a:ext cx="8229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400" b="1">
                <a:solidFill>
                  <a:srgbClr val="4FB6BE"/>
                </a:solidFill>
                <a:latin typeface="Yu Gothic"/>
              </a:rPr>
              <a:t>3.2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71600" y="3703320"/>
            <a:ext cx="3840480" cy="502920"/>
          </a:xfrm>
          <a:prstGeom prst="rect">
            <a:avLst/>
          </a:prstGeom>
          <a:solidFill>
            <a:srgbClr val="F6FBFC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71600" y="3703320"/>
            <a:ext cx="38404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免許証（両面）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12080" y="3703320"/>
            <a:ext cx="1463040" cy="502920"/>
          </a:xfrm>
          <a:prstGeom prst="rect">
            <a:avLst/>
          </a:prstGeom>
          <a:solidFill>
            <a:srgbClr val="F6FBFC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0" y="3703320"/>
            <a:ext cx="146304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Yu Gothic"/>
              </a:rPr>
              <a:t>PDF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675120" y="3703320"/>
            <a:ext cx="4937760" cy="502920"/>
          </a:xfrm>
          <a:prstGeom prst="rect">
            <a:avLst/>
          </a:prstGeom>
          <a:solidFill>
            <a:srgbClr val="F6FBFC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0" y="3703320"/>
            <a:ext cx="49377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3.2免許証（両面）氏名.pdf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4206240"/>
            <a:ext cx="822960" cy="502920"/>
          </a:xfrm>
          <a:prstGeom prst="rect">
            <a:avLst/>
          </a:prstGeom>
          <a:solidFill>
            <a:srgbClr val="FFF6E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4206240"/>
            <a:ext cx="8229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400" b="1">
                <a:solidFill>
                  <a:srgbClr val="4FB6BE"/>
                </a:solidFill>
                <a:latin typeface="Yu Gothic"/>
              </a:rPr>
              <a:t>3.3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371600" y="4206240"/>
            <a:ext cx="3840480" cy="502920"/>
          </a:xfrm>
          <a:prstGeom prst="rect">
            <a:avLst/>
          </a:prstGeom>
          <a:solidFill>
            <a:srgbClr val="FFF6E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371600" y="4206240"/>
            <a:ext cx="38404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顔写真データ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12080" y="4206240"/>
            <a:ext cx="1463040" cy="502920"/>
          </a:xfrm>
          <a:prstGeom prst="rect">
            <a:avLst/>
          </a:prstGeom>
          <a:solidFill>
            <a:srgbClr val="FFF6E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12080" y="4206240"/>
            <a:ext cx="146304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Yu Gothic"/>
              </a:rPr>
              <a:t>JPEG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75120" y="4206240"/>
            <a:ext cx="4937760" cy="502920"/>
          </a:xfrm>
          <a:prstGeom prst="rect">
            <a:avLst/>
          </a:prstGeom>
          <a:solidFill>
            <a:srgbClr val="FFF6E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675120" y="4206240"/>
            <a:ext cx="49377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3.3顔写真 氏名.jpg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709160"/>
            <a:ext cx="822960" cy="502920"/>
          </a:xfrm>
          <a:prstGeom prst="rect">
            <a:avLst/>
          </a:prstGeom>
          <a:solidFill>
            <a:srgbClr val="F6FBFC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4709160"/>
            <a:ext cx="8229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400" b="1">
                <a:solidFill>
                  <a:srgbClr val="4FB6BE"/>
                </a:solidFill>
                <a:latin typeface="Yu Gothic"/>
              </a:rPr>
              <a:t>3.4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371600" y="4709160"/>
            <a:ext cx="3840480" cy="502920"/>
          </a:xfrm>
          <a:prstGeom prst="rect">
            <a:avLst/>
          </a:prstGeom>
          <a:solidFill>
            <a:srgbClr val="F6FBFC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371600" y="4709160"/>
            <a:ext cx="38404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面接後forms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212080" y="4709160"/>
            <a:ext cx="1463040" cy="502920"/>
          </a:xfrm>
          <a:prstGeom prst="rect">
            <a:avLst/>
          </a:prstGeom>
          <a:solidFill>
            <a:srgbClr val="F6FBFC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0" y="4709160"/>
            <a:ext cx="146304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Yu Gothic"/>
              </a:rPr>
              <a:t>PDF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675120" y="4709160"/>
            <a:ext cx="4937760" cy="502920"/>
          </a:xfrm>
          <a:prstGeom prst="rect">
            <a:avLst/>
          </a:prstGeom>
          <a:solidFill>
            <a:srgbClr val="F6FBFC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675120" y="4709160"/>
            <a:ext cx="49377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3.4面接後forms 氏名.pdf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5394960"/>
            <a:ext cx="11064240" cy="64008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31520" y="5394960"/>
            <a:ext cx="106984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該当者のみ：チェック表のオレンジ欄の書類も、同じルールでそろえる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そろえるときのルール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05940"/>
            <a:ext cx="3566160" cy="25146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ファイル名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4FB6BE"/>
                </a:solidFill>
                <a:latin typeface="Yu Gothic"/>
              </a:rPr>
              <a:t>番号＋書類名＋氏名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Excelの表記のとおり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1805940"/>
            <a:ext cx="3566160" cy="251460"/>
          </a:xfrm>
          <a:prstGeom prst="rect">
            <a:avLst/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形式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顔写真・チェックシート以外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JPEG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1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19" y="1805940"/>
            <a:ext cx="3566160" cy="25146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1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画質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ぼやけはNG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読めること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免許証は両面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四隅まで写す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クラウドサイン：氏名は免許証の漢字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免許証に載っている字のとおりに入力・署名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免許証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間違えやすい字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2697480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269748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斎藤 ／ 斉藤 ／ 齊藤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227832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3227832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渡辺 ／ 渡邊 ／ 渡部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3758184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0" y="3758184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高橋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4288536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4288536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山崎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澤田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4818888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0" y="4818888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沢田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濱田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5349240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534924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浜田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Yu Gothic"/>
              </a:rPr>
              <a:t>外国籍の方も免許証記載の名前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ユーザー定義 4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83b202c-ae80-4e15-8c69-6a1d9998050a">
      <Terms xmlns="http://schemas.microsoft.com/office/infopath/2007/PartnerControls"/>
    </lcf76f155ced4ddcb4097134ff3c332f>
    <TaxCatchAll xmlns="8ce37a9d-ae0a-4fdd-8655-54933143681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EC6ACA214567D47A6078E47D8ED1BBE" ma:contentTypeVersion="13" ma:contentTypeDescription="Create a new document." ma:contentTypeScope="" ma:versionID="f730d0620a671d9ab611de6530dc9132">
  <xsd:schema xmlns:xsd="http://www.w3.org/2001/XMLSchema" xmlns:xs="http://www.w3.org/2001/XMLSchema" xmlns:p="http://schemas.microsoft.com/office/2006/metadata/properties" xmlns:ns2="183b202c-ae80-4e15-8c69-6a1d9998050a" xmlns:ns3="8ce37a9d-ae0a-4fdd-8655-549331436814" targetNamespace="http://schemas.microsoft.com/office/2006/metadata/properties" ma:root="true" ma:fieldsID="a496316d1bb1511e89dfc4f649fc0d5c" ns2:_="" ns3:_="">
    <xsd:import namespace="183b202c-ae80-4e15-8c69-6a1d9998050a"/>
    <xsd:import namespace="8ce37a9d-ae0a-4fdd-8655-5493314368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3b202c-ae80-4e15-8c69-6a1d999805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e0122028-6687-4c6d-9ac4-9fc83d8b007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e37a9d-ae0a-4fdd-8655-54933143681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bd1bf5a-518c-46d2-882f-9da665aaccff}" ma:internalName="TaxCatchAll" ma:showField="CatchAllData" ma:web="8ce37a9d-ae0a-4fdd-8655-54933143681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DC3C1EE-4368-4A3B-9235-E28EC1CBF6E7}">
  <ds:schemaRefs>
    <ds:schemaRef ds:uri="http://purl.org/dc/elements/1.1/"/>
    <ds:schemaRef ds:uri="http://www.w3.org/XML/1998/namespace"/>
    <ds:schemaRef ds:uri="http://purl.org/dc/terms/"/>
    <ds:schemaRef ds:uri="http://schemas.microsoft.com/office/2006/metadata/properties"/>
    <ds:schemaRef ds:uri="183b202c-ae80-4e15-8c69-6a1d999805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8ce37a9d-ae0a-4fdd-8655-549331436814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8BB61EC-F26E-4C1E-B389-0F6EB507E61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987BFD4-A81D-4B15-8522-54C315E8E0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83b202c-ae80-4e15-8c69-6a1d9998050a"/>
    <ds:schemaRef ds:uri="8ce37a9d-ae0a-4fdd-8655-5493314368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20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デザインの設定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中村 啓人</dc:creator>
  <cp:lastModifiedBy>川崎 優</cp:lastModifiedBy>
  <cp:revision>6</cp:revision>
  <dcterms:created xsi:type="dcterms:W3CDTF">2025-01-07T03:42:06Z</dcterms:created>
  <dcterms:modified xsi:type="dcterms:W3CDTF">2026-07-16T04:53:35Z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0x0101008EC6ACA214567D47A6078E47D8ED1BBE</vt:lpwstr>
  </property>
  <property fmtid="{D5CDD505-2E9C-101B-9397-08002B2CF9AE}" pid="3" name="MediaServiceImageTags">
    <vt:lpwstr/>
  </property>
</Properties>
</file>