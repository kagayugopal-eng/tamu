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25"/>
  </p:notesMasterIdLst>
  <p:sldIdLst>
    <p:sldId id="256" r:id="rId5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10"/>
    <p:sldId id="272" r:id="rId9"/>
    <p:sldId id="273" r:id="rId8"/>
    <p:sldId id="274" r:id="rId7"/>
    <p:sldId id="275" r:id="rId6"/>
    <p:sldId id="276" r:id="rId30"/>
    <p:sldId id="277" r:id="rId31"/>
    <p:sldId id="278" r:id="rId32"/>
    <p:sldId id="279" r:id="rId33"/>
    <p:sldId id="280" r:id="rId3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0.xml"/><Relationship Id="rId7" Type="http://schemas.openxmlformats.org/officeDocument/2006/relationships/slide" Target="slides/slide19.xml"/><Relationship Id="rId8" Type="http://schemas.openxmlformats.org/officeDocument/2006/relationships/slide" Target="slides/slide18.xml"/><Relationship Id="rId9" Type="http://schemas.openxmlformats.org/officeDocument/2006/relationships/slide" Target="slides/slide17.xml"/><Relationship Id="rId10" Type="http://schemas.openxmlformats.org/officeDocument/2006/relationships/slide" Target="slides/slide16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2B2F4B-37FA-F442-99A4-0BBC95A3B399}" type="datetimeFigureOut">
              <a:rPr kumimoji="1" lang="ja-JP" altLang="en-US" smtClean="0"/>
              <a:t>2026/7/15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8C1D0C-C09E-5640-831D-BC9E2B99CE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71616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3">
            <a:extLst>
              <a:ext uri="{FF2B5EF4-FFF2-40B4-BE49-F238E27FC236}">
                <a16:creationId xmlns:a16="http://schemas.microsoft.com/office/drawing/2014/main" id="{9AE60DE3-AE18-AAB2-F70F-7ADEB87EE36D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EAED067-7602-4A49-FB84-880DEE254FB9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2196AC1A-AE73-6289-5AD1-B1D2705E18A2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DD15C763-F531-386A-DB92-27FE7A14AFF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1" name="AutoShape 7">
            <a:extLst>
              <a:ext uri="{FF2B5EF4-FFF2-40B4-BE49-F238E27FC236}">
                <a16:creationId xmlns:a16="http://schemas.microsoft.com/office/drawing/2014/main" id="{1F89C03A-5718-6F99-75B9-8E2A0661E491}"/>
              </a:ext>
            </a:extLst>
          </p:cNvPr>
          <p:cNvSpPr/>
          <p:nvPr userDrawn="1"/>
        </p:nvSpPr>
        <p:spPr>
          <a:xfrm>
            <a:off x="2283315" y="3912307"/>
            <a:ext cx="7625370" cy="0"/>
          </a:xfrm>
          <a:prstGeom prst="line">
            <a:avLst/>
          </a:prstGeom>
          <a:ln w="1238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7">
            <a:extLst>
              <a:ext uri="{FF2B5EF4-FFF2-40B4-BE49-F238E27FC236}">
                <a16:creationId xmlns:a16="http://schemas.microsoft.com/office/drawing/2014/main" id="{22970FB3-78B9-6028-9919-1014E94084A2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7" name="タイトル 1">
            <a:extLst>
              <a:ext uri="{FF2B5EF4-FFF2-40B4-BE49-F238E27FC236}">
                <a16:creationId xmlns:a16="http://schemas.microsoft.com/office/drawing/2014/main" id="{C95E5D66-7A28-F4A4-4163-C3CF4CE8A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8522" y="3115390"/>
            <a:ext cx="7634958" cy="627221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0" name="テキスト プレースホルダー 2">
            <a:extLst>
              <a:ext uri="{FF2B5EF4-FFF2-40B4-BE49-F238E27FC236}">
                <a16:creationId xmlns:a16="http://schemas.microsoft.com/office/drawing/2014/main" id="{7505B7B6-E1A1-DFBC-2DB7-139E34163B40}"/>
              </a:ext>
            </a:extLst>
          </p:cNvPr>
          <p:cNvSpPr>
            <a:spLocks noGrp="1"/>
          </p:cNvSpPr>
          <p:nvPr>
            <p:ph type="body" idx="10"/>
          </p:nvPr>
        </p:nvSpPr>
        <p:spPr>
          <a:xfrm>
            <a:off x="6566427" y="4099997"/>
            <a:ext cx="3342258" cy="1047737"/>
          </a:xfrm>
          <a:prstGeom prst="rect">
            <a:avLst/>
          </a:prstGeom>
        </p:spPr>
        <p:txBody>
          <a:bodyPr/>
          <a:lstStyle>
            <a:lvl1pPr marL="0" indent="0" algn="r">
              <a:buNone/>
              <a:defRPr sz="2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052E466-E5A2-FBA5-9B6A-50A0B73F79EF}"/>
              </a:ext>
            </a:extLst>
          </p:cNvPr>
          <p:cNvSpPr/>
          <p:nvPr userDrawn="1"/>
        </p:nvSpPr>
        <p:spPr>
          <a:xfrm>
            <a:off x="235712" y="254001"/>
            <a:ext cx="1198255" cy="431799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>
                <a:solidFill>
                  <a:srgbClr val="FF0000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関係者秘</a:t>
            </a: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BD828F4A-6B69-2A0A-E3CE-78CCC5B6FBB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4" name="TextBox 12">
            <a:extLst>
              <a:ext uri="{FF2B5EF4-FFF2-40B4-BE49-F238E27FC236}">
                <a16:creationId xmlns:a16="http://schemas.microsoft.com/office/drawing/2014/main" id="{1297A563-B300-C6DE-8DA7-A770057CB88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5" name="TextBox 13">
            <a:extLst>
              <a:ext uri="{FF2B5EF4-FFF2-40B4-BE49-F238E27FC236}">
                <a16:creationId xmlns:a16="http://schemas.microsoft.com/office/drawing/2014/main" id="{FDF57390-48BD-BAAD-57EF-53AA9C7CDECE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2159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2">
            <a:extLst>
              <a:ext uri="{FF2B5EF4-FFF2-40B4-BE49-F238E27FC236}">
                <a16:creationId xmlns:a16="http://schemas.microsoft.com/office/drawing/2014/main" id="{7B3356AD-D55D-9B2F-8F99-635D1BF00385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320529" y="-2447042"/>
            <a:ext cx="4818869" cy="6089491"/>
            <a:chOff x="0" y="0"/>
            <a:chExt cx="9637738" cy="12178982"/>
          </a:xfrm>
        </p:grpSpPr>
        <p:sp>
          <p:nvSpPr>
            <p:cNvPr id="19" name="Freeform 3">
              <a:extLst>
                <a:ext uri="{FF2B5EF4-FFF2-40B4-BE49-F238E27FC236}">
                  <a16:creationId xmlns:a16="http://schemas.microsoft.com/office/drawing/2014/main" id="{BC7DD35B-0359-DDC1-3503-13B7F0A28D84}"/>
                </a:ext>
              </a:extLst>
            </p:cNvPr>
            <p:cNvSpPr/>
            <p:nvPr/>
          </p:nvSpPr>
          <p:spPr>
            <a:xfrm>
              <a:off x="0" y="0"/>
              <a:ext cx="9637776" cy="12178919"/>
            </a:xfrm>
            <a:custGeom>
              <a:avLst/>
              <a:gdLst/>
              <a:ahLst/>
              <a:cxnLst/>
              <a:rect l="l" t="t" r="r" b="b"/>
              <a:pathLst>
                <a:path w="9637776" h="12178919">
                  <a:moveTo>
                    <a:pt x="9637776" y="3257804"/>
                  </a:moveTo>
                  <a:lnTo>
                    <a:pt x="6850126" y="246380"/>
                  </a:lnTo>
                  <a:lnTo>
                    <a:pt x="470281" y="0"/>
                  </a:lnTo>
                  <a:lnTo>
                    <a:pt x="0" y="12178919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3799" t="-390" r="-70796" b="-2625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0" name="Group 4">
            <a:extLst>
              <a:ext uri="{FF2B5EF4-FFF2-40B4-BE49-F238E27FC236}">
                <a16:creationId xmlns:a16="http://schemas.microsoft.com/office/drawing/2014/main" id="{FB2EBD36-3F54-2C01-FF8F-1A33AF0A07B3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21" name="Freeform 5">
              <a:extLst>
                <a:ext uri="{FF2B5EF4-FFF2-40B4-BE49-F238E27FC236}">
                  <a16:creationId xmlns:a16="http://schemas.microsoft.com/office/drawing/2014/main" id="{526C3D23-6CF7-CBE0-5446-4E2FA97EEA4B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22" name="Group 6">
            <a:extLst>
              <a:ext uri="{FF2B5EF4-FFF2-40B4-BE49-F238E27FC236}">
                <a16:creationId xmlns:a16="http://schemas.microsoft.com/office/drawing/2014/main" id="{3A5456A3-E4CD-079B-984F-A71B316FF9E9}"/>
              </a:ext>
            </a:extLst>
          </p:cNvPr>
          <p:cNvGrpSpPr/>
          <p:nvPr userDrawn="1"/>
        </p:nvGrpSpPr>
        <p:grpSpPr>
          <a:xfrm>
            <a:off x="129533" y="112960"/>
            <a:ext cx="111699" cy="471240"/>
            <a:chOff x="0" y="0"/>
            <a:chExt cx="44128" cy="186169"/>
          </a:xfrm>
        </p:grpSpPr>
        <p:sp>
          <p:nvSpPr>
            <p:cNvPr id="23" name="Freeform 7">
              <a:extLst>
                <a:ext uri="{FF2B5EF4-FFF2-40B4-BE49-F238E27FC236}">
                  <a16:creationId xmlns:a16="http://schemas.microsoft.com/office/drawing/2014/main" id="{CDACBAE2-E83E-077A-C3BA-56BB950637E3}"/>
                </a:ext>
              </a:extLst>
            </p:cNvPr>
            <p:cNvSpPr/>
            <p:nvPr/>
          </p:nvSpPr>
          <p:spPr>
            <a:xfrm>
              <a:off x="0" y="0"/>
              <a:ext cx="44128" cy="186169"/>
            </a:xfrm>
            <a:custGeom>
              <a:avLst/>
              <a:gdLst/>
              <a:ahLst/>
              <a:cxnLst/>
              <a:rect l="l" t="t" r="r" b="b"/>
              <a:pathLst>
                <a:path w="44128" h="186169">
                  <a:moveTo>
                    <a:pt x="0" y="0"/>
                  </a:moveTo>
                  <a:lnTo>
                    <a:pt x="44128" y="0"/>
                  </a:lnTo>
                  <a:lnTo>
                    <a:pt x="44128" y="186169"/>
                  </a:lnTo>
                  <a:lnTo>
                    <a:pt x="0" y="186169"/>
                  </a:lnTo>
                  <a:close/>
                </a:path>
              </a:pathLst>
            </a:custGeom>
            <a:solidFill>
              <a:srgbClr val="737373"/>
            </a:soli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24" name="TextBox 8">
              <a:extLst>
                <a:ext uri="{FF2B5EF4-FFF2-40B4-BE49-F238E27FC236}">
                  <a16:creationId xmlns:a16="http://schemas.microsoft.com/office/drawing/2014/main" id="{C85CE811-6127-3120-C11D-1707DDB68A49}"/>
                </a:ext>
              </a:extLst>
            </p:cNvPr>
            <p:cNvSpPr txBox="1"/>
            <p:nvPr/>
          </p:nvSpPr>
          <p:spPr>
            <a:xfrm>
              <a:off x="0" y="-47625"/>
              <a:ext cx="44128" cy="23379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25" name="AutoShape 9">
            <a:extLst>
              <a:ext uri="{FF2B5EF4-FFF2-40B4-BE49-F238E27FC236}">
                <a16:creationId xmlns:a16="http://schemas.microsoft.com/office/drawing/2014/main" id="{E6FF36D6-9C9F-8366-38C2-26B12772C7E1}"/>
              </a:ext>
            </a:extLst>
          </p:cNvPr>
          <p:cNvSpPr/>
          <p:nvPr userDrawn="1"/>
        </p:nvSpPr>
        <p:spPr>
          <a:xfrm>
            <a:off x="0" y="723900"/>
            <a:ext cx="12192000" cy="0"/>
          </a:xfrm>
          <a:prstGeom prst="line">
            <a:avLst/>
          </a:prstGeom>
          <a:ln w="47625" cap="flat">
            <a:gradFill>
              <a:gsLst>
                <a:gs pos="0">
                  <a:srgbClr val="4460DF">
                    <a:alpha val="100000"/>
                  </a:srgbClr>
                </a:gs>
                <a:gs pos="33333">
                  <a:srgbClr val="55BECD">
                    <a:alpha val="95500"/>
                  </a:srgbClr>
                </a:gs>
                <a:gs pos="66667">
                  <a:srgbClr val="835FFF">
                    <a:alpha val="100000"/>
                  </a:srgbClr>
                </a:gs>
                <a:gs pos="100000">
                  <a:srgbClr val="FF66C4">
                    <a:alpha val="100000"/>
                  </a:srgbClr>
                </a:gs>
              </a:gsLst>
              <a:lin ang="0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26" name="Freeform 10">
            <a:extLst>
              <a:ext uri="{FF2B5EF4-FFF2-40B4-BE49-F238E27FC236}">
                <a16:creationId xmlns:a16="http://schemas.microsoft.com/office/drawing/2014/main" id="{58538464-14BF-0206-1642-6A6E521D240D}"/>
              </a:ext>
            </a:extLst>
          </p:cNvPr>
          <p:cNvSpPr/>
          <p:nvPr userDrawn="1"/>
        </p:nvSpPr>
        <p:spPr>
          <a:xfrm>
            <a:off x="10797554" y="141825"/>
            <a:ext cx="1225089" cy="465023"/>
          </a:xfrm>
          <a:custGeom>
            <a:avLst/>
            <a:gdLst/>
            <a:ahLst/>
            <a:cxnLst/>
            <a:rect l="l" t="t" r="r" b="b"/>
            <a:pathLst>
              <a:path w="1837634" h="697535">
                <a:moveTo>
                  <a:pt x="0" y="0"/>
                </a:moveTo>
                <a:lnTo>
                  <a:pt x="1837634" y="0"/>
                </a:lnTo>
                <a:lnTo>
                  <a:pt x="1837634" y="697535"/>
                </a:lnTo>
                <a:lnTo>
                  <a:pt x="0" y="6975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30" name="タイトル 1">
            <a:extLst>
              <a:ext uri="{FF2B5EF4-FFF2-40B4-BE49-F238E27FC236}">
                <a16:creationId xmlns:a16="http://schemas.microsoft.com/office/drawing/2014/main" id="{EBFC680D-F181-2CEA-5E26-E14ED5230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8673" y="112960"/>
            <a:ext cx="10344727" cy="471240"/>
          </a:xfrm>
          <a:prstGeom prst="rect">
            <a:avLst/>
          </a:prstGeom>
        </p:spPr>
        <p:txBody>
          <a:bodyPr anchor="ctr"/>
          <a:lstStyle>
            <a:lvl1pPr>
              <a:defRPr sz="28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1" name="テキスト プレースホルダー 2">
            <a:extLst>
              <a:ext uri="{FF2B5EF4-FFF2-40B4-BE49-F238E27FC236}">
                <a16:creationId xmlns:a16="http://schemas.microsoft.com/office/drawing/2014/main" id="{8C09861C-5295-F52A-1C2C-EEF8E4157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8672" y="855134"/>
            <a:ext cx="11494656" cy="555685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  <a:lvl2pPr marL="304815" indent="0">
              <a:buNone/>
              <a:defRPr sz="1333">
                <a:solidFill>
                  <a:schemeClr val="tx1">
                    <a:tint val="82000"/>
                  </a:schemeClr>
                </a:solidFill>
              </a:defRPr>
            </a:lvl2pPr>
            <a:lvl3pPr marL="60963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3pPr>
            <a:lvl4pPr marL="91444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4pPr>
            <a:lvl5pPr marL="121926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5pPr>
            <a:lvl6pPr marL="1524076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6pPr>
            <a:lvl7pPr marL="1828891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7pPr>
            <a:lvl8pPr marL="2133707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8pPr>
            <a:lvl9pPr marL="2438522" indent="0">
              <a:buNone/>
              <a:defRPr sz="106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9DE11C5F-EE92-8048-1688-48A77E46BEC4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70CEC26-D75C-C611-84B3-22C56F6BDD14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569DF34D-AF43-D844-BA50-8479BC93CF79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53077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2">
            <a:extLst>
              <a:ext uri="{FF2B5EF4-FFF2-40B4-BE49-F238E27FC236}">
                <a16:creationId xmlns:a16="http://schemas.microsoft.com/office/drawing/2014/main" id="{E00B2FFB-046E-B2C5-1BC0-18983FF0FC26}"/>
              </a:ext>
            </a:extLst>
          </p:cNvPr>
          <p:cNvGrpSpPr/>
          <p:nvPr userDrawn="1"/>
        </p:nvGrpSpPr>
        <p:grpSpPr>
          <a:xfrm>
            <a:off x="1" y="1"/>
            <a:ext cx="12192000" cy="6858000"/>
            <a:chOff x="0" y="0"/>
            <a:chExt cx="4957720" cy="3976714"/>
          </a:xfrm>
        </p:grpSpPr>
        <p:sp>
          <p:nvSpPr>
            <p:cNvPr id="7" name="Freeform 3">
              <a:extLst>
                <a:ext uri="{FF2B5EF4-FFF2-40B4-BE49-F238E27FC236}">
                  <a16:creationId xmlns:a16="http://schemas.microsoft.com/office/drawing/2014/main" id="{98A4124F-444C-B07B-8C71-34F504A6EF4F}"/>
                </a:ext>
              </a:extLst>
            </p:cNvPr>
            <p:cNvSpPr/>
            <p:nvPr/>
          </p:nvSpPr>
          <p:spPr>
            <a:xfrm>
              <a:off x="0" y="0"/>
              <a:ext cx="4957720" cy="3976714"/>
            </a:xfrm>
            <a:custGeom>
              <a:avLst/>
              <a:gdLst/>
              <a:ahLst/>
              <a:cxnLst/>
              <a:rect l="l" t="t" r="r" b="b"/>
              <a:pathLst>
                <a:path w="4957720" h="3976714">
                  <a:moveTo>
                    <a:pt x="0" y="0"/>
                  </a:moveTo>
                  <a:lnTo>
                    <a:pt x="4957720" y="0"/>
                  </a:lnTo>
                  <a:lnTo>
                    <a:pt x="4957720" y="3976714"/>
                  </a:lnTo>
                  <a:lnTo>
                    <a:pt x="0" y="3976714"/>
                  </a:lnTo>
                  <a:close/>
                </a:path>
              </a:pathLst>
            </a:custGeom>
            <a:gradFill rotWithShape="1">
              <a:gsLst>
                <a:gs pos="0">
                  <a:srgbClr val="4460DF">
                    <a:alpha val="10000"/>
                  </a:srgbClr>
                </a:gs>
                <a:gs pos="33333">
                  <a:srgbClr val="55BECD">
                    <a:alpha val="9550"/>
                  </a:srgbClr>
                </a:gs>
                <a:gs pos="66667">
                  <a:srgbClr val="835FFF">
                    <a:alpha val="10000"/>
                  </a:srgbClr>
                </a:gs>
                <a:gs pos="100000">
                  <a:srgbClr val="FF66C4">
                    <a:alpha val="10000"/>
                  </a:srgbClr>
                </a:gs>
              </a:gsLst>
              <a:lin ang="0"/>
            </a:gradFill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8" name="TextBox 4">
              <a:extLst>
                <a:ext uri="{FF2B5EF4-FFF2-40B4-BE49-F238E27FC236}">
                  <a16:creationId xmlns:a16="http://schemas.microsoft.com/office/drawing/2014/main" id="{4D47CBF6-EFCA-52DA-B05C-B7D51380E448}"/>
                </a:ext>
              </a:extLst>
            </p:cNvPr>
            <p:cNvSpPr txBox="1"/>
            <p:nvPr/>
          </p:nvSpPr>
          <p:spPr>
            <a:xfrm>
              <a:off x="0" y="9525"/>
              <a:ext cx="4957720" cy="396718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50"/>
                </a:lnSpc>
              </a:pPr>
              <a:endParaRPr sz="1200"/>
            </a:p>
          </p:txBody>
        </p:sp>
      </p:grpSp>
      <p:grpSp>
        <p:nvGrpSpPr>
          <p:cNvPr id="9" name="Group 5">
            <a:extLst>
              <a:ext uri="{FF2B5EF4-FFF2-40B4-BE49-F238E27FC236}">
                <a16:creationId xmlns:a16="http://schemas.microsoft.com/office/drawing/2014/main" id="{A133DE25-D836-8A96-0AC4-C05EFFC09FDB}"/>
              </a:ext>
            </a:extLst>
          </p:cNvPr>
          <p:cNvGrpSpPr>
            <a:grpSpLocks noChangeAspect="1"/>
          </p:cNvGrpSpPr>
          <p:nvPr userDrawn="1"/>
        </p:nvGrpSpPr>
        <p:grpSpPr>
          <a:xfrm rot="-8232660">
            <a:off x="496773" y="-2945600"/>
            <a:ext cx="5882069" cy="7122331"/>
            <a:chOff x="0" y="0"/>
            <a:chExt cx="11764137" cy="14244663"/>
          </a:xfrm>
        </p:grpSpPr>
        <p:sp>
          <p:nvSpPr>
            <p:cNvPr id="10" name="Freeform 6">
              <a:extLst>
                <a:ext uri="{FF2B5EF4-FFF2-40B4-BE49-F238E27FC236}">
                  <a16:creationId xmlns:a16="http://schemas.microsoft.com/office/drawing/2014/main" id="{95F80635-B023-2122-227A-614BA3C1036E}"/>
                </a:ext>
              </a:extLst>
            </p:cNvPr>
            <p:cNvSpPr/>
            <p:nvPr/>
          </p:nvSpPr>
          <p:spPr>
            <a:xfrm>
              <a:off x="0" y="0"/>
              <a:ext cx="11764137" cy="14244701"/>
            </a:xfrm>
            <a:custGeom>
              <a:avLst/>
              <a:gdLst/>
              <a:ahLst/>
              <a:cxnLst/>
              <a:rect l="l" t="t" r="r" b="b"/>
              <a:pathLst>
                <a:path w="11764137" h="14244701">
                  <a:moveTo>
                    <a:pt x="11764137" y="3355213"/>
                  </a:moveTo>
                  <a:lnTo>
                    <a:pt x="8958961" y="324739"/>
                  </a:lnTo>
                  <a:lnTo>
                    <a:pt x="550037" y="0"/>
                  </a:lnTo>
                  <a:lnTo>
                    <a:pt x="0" y="14244701"/>
                  </a:lnTo>
                  <a:close/>
                </a:path>
              </a:pathLst>
            </a:custGeom>
            <a:blipFill>
              <a:blip r:embed="rId2">
                <a:alphaModFix amt="15000"/>
              </a:blip>
              <a:stretch>
                <a:fillRect l="-10627" t="-333" r="-40603" b="-7945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grpSp>
        <p:nvGrpSpPr>
          <p:cNvPr id="11" name="Group 8">
            <a:extLst>
              <a:ext uri="{FF2B5EF4-FFF2-40B4-BE49-F238E27FC236}">
                <a16:creationId xmlns:a16="http://schemas.microsoft.com/office/drawing/2014/main" id="{076AB430-91B9-5FB1-4FAF-7924E23DFBF6}"/>
              </a:ext>
            </a:extLst>
          </p:cNvPr>
          <p:cNvGrpSpPr>
            <a:grpSpLocks noChangeAspect="1"/>
          </p:cNvGrpSpPr>
          <p:nvPr userDrawn="1"/>
        </p:nvGrpSpPr>
        <p:grpSpPr>
          <a:xfrm rot="8196480">
            <a:off x="-149288" y="3489154"/>
            <a:ext cx="3166510" cy="5162010"/>
            <a:chOff x="0" y="0"/>
            <a:chExt cx="6333020" cy="10324020"/>
          </a:xfrm>
        </p:grpSpPr>
        <p:sp>
          <p:nvSpPr>
            <p:cNvPr id="12" name="Freeform 9">
              <a:extLst>
                <a:ext uri="{FF2B5EF4-FFF2-40B4-BE49-F238E27FC236}">
                  <a16:creationId xmlns:a16="http://schemas.microsoft.com/office/drawing/2014/main" id="{6182D6B9-5898-B8A5-DC51-85AA9691DCCA}"/>
                </a:ext>
              </a:extLst>
            </p:cNvPr>
            <p:cNvSpPr/>
            <p:nvPr/>
          </p:nvSpPr>
          <p:spPr>
            <a:xfrm>
              <a:off x="0" y="0"/>
              <a:ext cx="6332982" cy="10323957"/>
            </a:xfrm>
            <a:custGeom>
              <a:avLst/>
              <a:gdLst/>
              <a:ahLst/>
              <a:cxnLst/>
              <a:rect l="l" t="t" r="r" b="b"/>
              <a:pathLst>
                <a:path w="6332982" h="10323957">
                  <a:moveTo>
                    <a:pt x="289687" y="10323957"/>
                  </a:moveTo>
                  <a:lnTo>
                    <a:pt x="2286000" y="10267950"/>
                  </a:lnTo>
                  <a:lnTo>
                    <a:pt x="6332982" y="5987288"/>
                  </a:lnTo>
                  <a:lnTo>
                    <a:pt x="0" y="0"/>
                  </a:lnTo>
                  <a:lnTo>
                    <a:pt x="289687" y="10323957"/>
                  </a:lnTo>
                  <a:close/>
                </a:path>
              </a:pathLst>
            </a:custGeom>
            <a:blipFill>
              <a:blip r:embed="rId2">
                <a:alphaModFix amt="25000"/>
              </a:blip>
              <a:stretch>
                <a:fillRect l="-16306" t="-18469" r="-107653" b="-269"/>
              </a:stretch>
            </a:blipFill>
          </p:spPr>
          <p:txBody>
            <a:bodyPr/>
            <a:lstStyle/>
            <a:p>
              <a:endParaRPr lang="ja-JP" altLang="en-US" sz="1200"/>
            </a:p>
          </p:txBody>
        </p:sp>
      </p:grpSp>
      <p:sp>
        <p:nvSpPr>
          <p:cNvPr id="13" name="Freeform 16">
            <a:extLst>
              <a:ext uri="{FF2B5EF4-FFF2-40B4-BE49-F238E27FC236}">
                <a16:creationId xmlns:a16="http://schemas.microsoft.com/office/drawing/2014/main" id="{18FFC105-2600-5EC1-0E26-9DFE95C39AB6}"/>
              </a:ext>
            </a:extLst>
          </p:cNvPr>
          <p:cNvSpPr/>
          <p:nvPr userDrawn="1"/>
        </p:nvSpPr>
        <p:spPr>
          <a:xfrm>
            <a:off x="9395204" y="232068"/>
            <a:ext cx="2812437" cy="6627039"/>
          </a:xfrm>
          <a:custGeom>
            <a:avLst/>
            <a:gdLst/>
            <a:ahLst/>
            <a:cxnLst/>
            <a:rect l="l" t="t" r="r" b="b"/>
            <a:pathLst>
              <a:path w="4218655" h="9940559">
                <a:moveTo>
                  <a:pt x="0" y="0"/>
                </a:moveTo>
                <a:lnTo>
                  <a:pt x="4218656" y="0"/>
                </a:lnTo>
                <a:lnTo>
                  <a:pt x="4218656" y="9940559"/>
                </a:lnTo>
                <a:lnTo>
                  <a:pt x="0" y="99405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r="-22616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4" name="Freeform 17">
            <a:extLst>
              <a:ext uri="{FF2B5EF4-FFF2-40B4-BE49-F238E27FC236}">
                <a16:creationId xmlns:a16="http://schemas.microsoft.com/office/drawing/2014/main" id="{649DAA33-1E27-7822-3D91-605BE00CCD0C}"/>
              </a:ext>
            </a:extLst>
          </p:cNvPr>
          <p:cNvSpPr/>
          <p:nvPr userDrawn="1"/>
        </p:nvSpPr>
        <p:spPr>
          <a:xfrm>
            <a:off x="10532557" y="126598"/>
            <a:ext cx="1473200" cy="559202"/>
          </a:xfrm>
          <a:custGeom>
            <a:avLst/>
            <a:gdLst/>
            <a:ahLst/>
            <a:cxnLst/>
            <a:rect l="l" t="t" r="r" b="b"/>
            <a:pathLst>
              <a:path w="2209800" h="838803">
                <a:moveTo>
                  <a:pt x="0" y="0"/>
                </a:moveTo>
                <a:lnTo>
                  <a:pt x="2209800" y="0"/>
                </a:lnTo>
                <a:lnTo>
                  <a:pt x="2209800" y="838803"/>
                </a:lnTo>
                <a:lnTo>
                  <a:pt x="0" y="838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15" name="Freeform 19">
            <a:extLst>
              <a:ext uri="{FF2B5EF4-FFF2-40B4-BE49-F238E27FC236}">
                <a16:creationId xmlns:a16="http://schemas.microsoft.com/office/drawing/2014/main" id="{A76073C2-FA84-0EAE-B028-4C4673E530EE}"/>
              </a:ext>
            </a:extLst>
          </p:cNvPr>
          <p:cNvSpPr/>
          <p:nvPr userDrawn="1"/>
        </p:nvSpPr>
        <p:spPr>
          <a:xfrm rot="5400000">
            <a:off x="7647097" y="2343514"/>
            <a:ext cx="2584968" cy="6503565"/>
          </a:xfrm>
          <a:custGeom>
            <a:avLst/>
            <a:gdLst/>
            <a:ahLst/>
            <a:cxnLst/>
            <a:rect l="l" t="t" r="r" b="b"/>
            <a:pathLst>
              <a:path w="3877452" h="9755348">
                <a:moveTo>
                  <a:pt x="0" y="0"/>
                </a:moveTo>
                <a:lnTo>
                  <a:pt x="3877452" y="0"/>
                </a:lnTo>
                <a:lnTo>
                  <a:pt x="3877452" y="9755348"/>
                </a:lnTo>
                <a:lnTo>
                  <a:pt x="0" y="97553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898" r="-33405"/>
            </a:stretch>
          </a:blipFill>
        </p:spPr>
        <p:txBody>
          <a:bodyPr/>
          <a:lstStyle/>
          <a:p>
            <a:endParaRPr lang="ja-JP" altLang="en-US" sz="1200"/>
          </a:p>
        </p:txBody>
      </p:sp>
      <p:grpSp>
        <p:nvGrpSpPr>
          <p:cNvPr id="16" name="Group 10">
            <a:extLst>
              <a:ext uri="{FF2B5EF4-FFF2-40B4-BE49-F238E27FC236}">
                <a16:creationId xmlns:a16="http://schemas.microsoft.com/office/drawing/2014/main" id="{7581738A-6C36-BD7B-89F1-16482126A9AD}"/>
              </a:ext>
            </a:extLst>
          </p:cNvPr>
          <p:cNvGrpSpPr/>
          <p:nvPr userDrawn="1"/>
        </p:nvGrpSpPr>
        <p:grpSpPr>
          <a:xfrm>
            <a:off x="32178" y="4339272"/>
            <a:ext cx="1730887" cy="1730887"/>
            <a:chOff x="0" y="0"/>
            <a:chExt cx="812800" cy="812800"/>
          </a:xfrm>
        </p:grpSpPr>
        <p:sp>
          <p:nvSpPr>
            <p:cNvPr id="17" name="Freeform 11">
              <a:extLst>
                <a:ext uri="{FF2B5EF4-FFF2-40B4-BE49-F238E27FC236}">
                  <a16:creationId xmlns:a16="http://schemas.microsoft.com/office/drawing/2014/main" id="{D8776C52-571E-C7D0-382A-F1091B855C4E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ja-JP" altLang="en-US" sz="1200"/>
            </a:p>
          </p:txBody>
        </p:sp>
        <p:sp>
          <p:nvSpPr>
            <p:cNvPr id="18" name="TextBox 12">
              <a:extLst>
                <a:ext uri="{FF2B5EF4-FFF2-40B4-BE49-F238E27FC236}">
                  <a16:creationId xmlns:a16="http://schemas.microsoft.com/office/drawing/2014/main" id="{593C97DB-DAE5-8185-34BE-09114DAF6BF0}"/>
                </a:ext>
              </a:extLst>
            </p:cNvPr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773"/>
                </a:lnSpc>
                <a:spcBef>
                  <a:spcPct val="0"/>
                </a:spcBef>
              </a:pPr>
              <a:endParaRPr sz="1200"/>
            </a:p>
          </p:txBody>
        </p:sp>
      </p:grpSp>
      <p:sp>
        <p:nvSpPr>
          <p:cNvPr id="19" name="Freeform 7">
            <a:extLst>
              <a:ext uri="{FF2B5EF4-FFF2-40B4-BE49-F238E27FC236}">
                <a16:creationId xmlns:a16="http://schemas.microsoft.com/office/drawing/2014/main" id="{21D967B5-8296-273C-83D8-49AFE69CACB5}"/>
              </a:ext>
            </a:extLst>
          </p:cNvPr>
          <p:cNvSpPr/>
          <p:nvPr userDrawn="1"/>
        </p:nvSpPr>
        <p:spPr>
          <a:xfrm>
            <a:off x="290418" y="5008111"/>
            <a:ext cx="2287097" cy="1848642"/>
          </a:xfrm>
          <a:custGeom>
            <a:avLst/>
            <a:gdLst/>
            <a:ahLst/>
            <a:cxnLst/>
            <a:rect l="l" t="t" r="r" b="b"/>
            <a:pathLst>
              <a:path w="3430645" h="2772963">
                <a:moveTo>
                  <a:pt x="0" y="0"/>
                </a:moveTo>
                <a:lnTo>
                  <a:pt x="3430645" y="0"/>
                </a:lnTo>
                <a:lnTo>
                  <a:pt x="3430645" y="2772964"/>
                </a:lnTo>
                <a:lnTo>
                  <a:pt x="0" y="277296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b="-23717"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23" name="タイトル 1">
            <a:extLst>
              <a:ext uri="{FF2B5EF4-FFF2-40B4-BE49-F238E27FC236}">
                <a16:creationId xmlns:a16="http://schemas.microsoft.com/office/drawing/2014/main" id="{79D9840A-65BA-D421-F952-282C4D112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6774" y="3115390"/>
            <a:ext cx="8398454" cy="627220"/>
          </a:xfrm>
          <a:prstGeom prst="rect">
            <a:avLst/>
          </a:prstGeom>
        </p:spPr>
        <p:txBody>
          <a:bodyPr anchor="ctr">
            <a:noAutofit/>
          </a:bodyPr>
          <a:lstStyle>
            <a:lvl1pPr algn="ctr">
              <a:defRPr sz="4000" b="1">
                <a:solidFill>
                  <a:schemeClr val="tx1"/>
                </a:solidFill>
                <a:latin typeface="Meiryo UI" panose="020B0604030504040204" pitchFamily="50" charset="-128"/>
                <a:ea typeface="Meiryo UI" panose="020B0604030504040204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187FBEF5-411A-9EC8-05B0-C44CF6F7B4B2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3200DCEB-77AC-9728-AE62-E62E79AD7B4F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0A11723D-72FA-FD19-8469-B18D30214D4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12845103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utoShape 2">
            <a:extLst>
              <a:ext uri="{FF2B5EF4-FFF2-40B4-BE49-F238E27FC236}">
                <a16:creationId xmlns:a16="http://schemas.microsoft.com/office/drawing/2014/main" id="{B847F6B2-8D52-045F-D872-092F50CB5FAA}"/>
              </a:ext>
            </a:extLst>
          </p:cNvPr>
          <p:cNvSpPr/>
          <p:nvPr userDrawn="1"/>
        </p:nvSpPr>
        <p:spPr>
          <a:xfrm>
            <a:off x="469964" y="530755"/>
            <a:ext cx="11252072" cy="5796491"/>
          </a:xfrm>
          <a:prstGeom prst="rect">
            <a:avLst/>
          </a:prstGeom>
          <a:gradFill rotWithShape="1">
            <a:gsLst>
              <a:gs pos="0">
                <a:srgbClr val="50B7F1">
                  <a:alpha val="47160"/>
                </a:srgbClr>
              </a:gs>
              <a:gs pos="25000">
                <a:srgbClr val="94B9FF">
                  <a:alpha val="37080"/>
                </a:srgbClr>
              </a:gs>
              <a:gs pos="50000">
                <a:srgbClr val="FFFFFF">
                  <a:alpha val="0"/>
                </a:srgbClr>
              </a:gs>
              <a:gs pos="75000">
                <a:srgbClr val="FF61D2">
                  <a:alpha val="24480"/>
                </a:srgbClr>
              </a:gs>
              <a:gs pos="100000">
                <a:srgbClr val="FFFFFF">
                  <a:alpha val="30600"/>
                </a:srgbClr>
              </a:gs>
            </a:gsLst>
            <a:lin ang="2700000"/>
          </a:gradFill>
          <a:ln cap="sq">
            <a:noFill/>
            <a:prstDash val="solid"/>
            <a:miter/>
          </a:ln>
        </p:spPr>
        <p:txBody>
          <a:bodyPr/>
          <a:lstStyle/>
          <a:p>
            <a:endParaRPr lang="ja-JP" altLang="en-US" sz="120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18C9FA76-8303-4316-AB34-73BAECE60BE3}"/>
              </a:ext>
            </a:extLst>
          </p:cNvPr>
          <p:cNvSpPr txBox="1"/>
          <p:nvPr userDrawn="1"/>
        </p:nvSpPr>
        <p:spPr>
          <a:xfrm>
            <a:off x="4866660" y="4576918"/>
            <a:ext cx="2871572" cy="2639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</a:pPr>
            <a:r>
              <a:rPr lang="en-US" sz="1600" b="1" dirty="0">
                <a:solidFill>
                  <a:srgbClr val="00000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 </a:t>
            </a:r>
            <a:r>
              <a:rPr lang="en-US" sz="1600" b="1" dirty="0" err="1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良いサービスで物流に</a:t>
            </a:r>
            <a:r>
              <a:rPr lang="en-US" sz="1600" b="1" dirty="0" err="1">
                <a:solidFill>
                  <a:srgbClr val="FF5757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彩を</a:t>
            </a:r>
            <a:r>
              <a:rPr lang="en-US" sz="1600" b="1" dirty="0">
                <a:solidFill>
                  <a:srgbClr val="545454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。</a:t>
            </a:r>
          </a:p>
        </p:txBody>
      </p:sp>
      <p:sp>
        <p:nvSpPr>
          <p:cNvPr id="7" name="Freeform 7" descr="ロゴ, アイコン  自動的に生成された説明">
            <a:extLst>
              <a:ext uri="{FF2B5EF4-FFF2-40B4-BE49-F238E27FC236}">
                <a16:creationId xmlns:a16="http://schemas.microsoft.com/office/drawing/2014/main" id="{67EC9E67-3C16-B676-2FEF-4660D750C16E}"/>
              </a:ext>
            </a:extLst>
          </p:cNvPr>
          <p:cNvSpPr/>
          <p:nvPr userDrawn="1"/>
        </p:nvSpPr>
        <p:spPr>
          <a:xfrm>
            <a:off x="4013200" y="1968500"/>
            <a:ext cx="3835393" cy="1460500"/>
          </a:xfrm>
          <a:custGeom>
            <a:avLst/>
            <a:gdLst/>
            <a:ahLst/>
            <a:cxnLst/>
            <a:rect l="l" t="t" r="r" b="b"/>
            <a:pathLst>
              <a:path w="5753090" h="2190750">
                <a:moveTo>
                  <a:pt x="0" y="0"/>
                </a:moveTo>
                <a:lnTo>
                  <a:pt x="5753090" y="0"/>
                </a:lnTo>
                <a:lnTo>
                  <a:pt x="5753090" y="2190750"/>
                </a:lnTo>
                <a:lnTo>
                  <a:pt x="0" y="219075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ja-JP" altLang="en-US" sz="1200"/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4A250A23-9DD9-6799-E031-094B05017037}"/>
              </a:ext>
            </a:extLst>
          </p:cNvPr>
          <p:cNvSpPr txBox="1"/>
          <p:nvPr userDrawn="1"/>
        </p:nvSpPr>
        <p:spPr>
          <a:xfrm>
            <a:off x="4177221" y="3520278"/>
            <a:ext cx="3921685" cy="1000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30"/>
              </a:lnSpc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Delivering good, </a:t>
            </a:r>
          </a:p>
          <a:p>
            <a:pPr algn="ctr">
              <a:lnSpc>
                <a:spcPts val="3930"/>
              </a:lnSpc>
              <a:spcBef>
                <a:spcPct val="0"/>
              </a:spcBef>
            </a:pPr>
            <a:r>
              <a:rPr lang="en-US" sz="3333" b="1">
                <a:solidFill>
                  <a:srgbClr val="1E70C0"/>
                </a:solidFill>
                <a:latin typeface="Noto Sans JP Bold"/>
                <a:ea typeface="Noto Sans JP Bold"/>
                <a:cs typeface="Noto Sans JP Bold"/>
                <a:sym typeface="Noto Sans JP Bold"/>
              </a:rPr>
              <a:t>Coloring the scene</a:t>
            </a:r>
          </a:p>
        </p:txBody>
      </p:sp>
      <p:sp>
        <p:nvSpPr>
          <p:cNvPr id="2" name="TextBox 11">
            <a:extLst>
              <a:ext uri="{FF2B5EF4-FFF2-40B4-BE49-F238E27FC236}">
                <a16:creationId xmlns:a16="http://schemas.microsoft.com/office/drawing/2014/main" id="{740EE4B5-B3BA-F650-F27B-5B4A0B613515}"/>
              </a:ext>
            </a:extLst>
          </p:cNvPr>
          <p:cNvSpPr txBox="1"/>
          <p:nvPr userDrawn="1"/>
        </p:nvSpPr>
        <p:spPr>
          <a:xfrm>
            <a:off x="348672" y="6478842"/>
            <a:ext cx="1926578" cy="2227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0">
                <a:solidFill>
                  <a:srgbClr val="545454"/>
                </a:solidFill>
                <a:latin typeface="Noto Sans JP"/>
                <a:ea typeface="Noto Sans JP Bold"/>
                <a:cs typeface="Noto Sans JP Bold"/>
                <a:sym typeface="Noto Sans JP Bold"/>
              </a:rPr>
              <a:t>Gopal Confidential</a:t>
            </a:r>
            <a:endParaRPr lang="en-US" sz="1400" b="0">
              <a:solidFill>
                <a:srgbClr val="545454"/>
              </a:solidFill>
              <a:latin typeface="Noto Sans JP"/>
              <a:ea typeface="Noto Sans JP Bold"/>
              <a:cs typeface="Noto Sans JP Bold"/>
            </a:endParaRPr>
          </a:p>
        </p:txBody>
      </p:sp>
      <p:sp>
        <p:nvSpPr>
          <p:cNvPr id="3" name="TextBox 12">
            <a:extLst>
              <a:ext uri="{FF2B5EF4-FFF2-40B4-BE49-F238E27FC236}">
                <a16:creationId xmlns:a16="http://schemas.microsoft.com/office/drawing/2014/main" id="{60EC0883-F297-4581-76B4-E5ED89B81CAE}"/>
              </a:ext>
            </a:extLst>
          </p:cNvPr>
          <p:cNvSpPr txBox="1"/>
          <p:nvPr userDrawn="1"/>
        </p:nvSpPr>
        <p:spPr>
          <a:xfrm>
            <a:off x="7617986" y="6509398"/>
            <a:ext cx="3851120" cy="2063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>
              <a:lnSpc>
                <a:spcPts val="1650"/>
              </a:lnSpc>
            </a:pP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ⒸGopal Co., Ltd. 202</a:t>
            </a:r>
            <a:r>
              <a:rPr lang="en-US" altLang="ja-JP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r>
              <a:rPr lang="en-US" sz="1400" b="0" dirty="0">
                <a:solidFill>
                  <a:srgbClr val="545454"/>
                </a:solidFill>
                <a:latin typeface="Noto Sans JP"/>
                <a:ea typeface="Noto Sans JP"/>
                <a:cs typeface="Noto Sans JP"/>
                <a:sym typeface="Noto Sans JP"/>
              </a:rPr>
              <a:t>. All rights reserved.</a:t>
            </a:r>
          </a:p>
        </p:txBody>
      </p:sp>
      <p:sp>
        <p:nvSpPr>
          <p:cNvPr id="4" name="TextBox 13">
            <a:extLst>
              <a:ext uri="{FF2B5EF4-FFF2-40B4-BE49-F238E27FC236}">
                <a16:creationId xmlns:a16="http://schemas.microsoft.com/office/drawing/2014/main" id="{862E90C7-8AA3-E57B-84AA-DB481F3C0F30}"/>
              </a:ext>
            </a:extLst>
          </p:cNvPr>
          <p:cNvSpPr txBox="1"/>
          <p:nvPr userDrawn="1"/>
        </p:nvSpPr>
        <p:spPr>
          <a:xfrm>
            <a:off x="11381459" y="6500889"/>
            <a:ext cx="461869" cy="2154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r"/>
            <a:fld id="{B6F15528-21DE-4FAA-801E-634DDDAF4B2B}" type="slidenum">
              <a:rPr lang="en-US" altLang="ja-JP" sz="1400" b="0" kern="1200" smtClean="0">
                <a:solidFill>
                  <a:srgbClr val="545454"/>
                </a:solidFill>
                <a:latin typeface="Noto Sans JP"/>
                <a:ea typeface="Noto Sans JP"/>
              </a:rPr>
              <a:pPr algn="r"/>
              <a:t>‹#›</a:t>
            </a:fld>
            <a:endParaRPr lang="en-US" altLang="ja-JP" sz="1400" b="0" kern="1200">
              <a:solidFill>
                <a:srgbClr val="545454"/>
              </a:solidFill>
              <a:latin typeface="Noto Sans JP"/>
              <a:ea typeface="Noto Sans JP"/>
            </a:endParaRPr>
          </a:p>
        </p:txBody>
      </p:sp>
    </p:spTree>
    <p:extLst>
      <p:ext uri="{BB962C8B-B14F-4D97-AF65-F5344CB8AC3E}">
        <p14:creationId xmlns:p14="http://schemas.microsoft.com/office/powerpoint/2010/main" val="310712622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228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</p:sldLayoutIdLst>
  <p:txStyles>
    <p:titleStyle>
      <a:lvl1pPr algn="l" defTabSz="609630" rtl="0" eaLnBrk="1" latinLnBrk="0" hangingPunct="1">
        <a:lnSpc>
          <a:spcPct val="90000"/>
        </a:lnSpc>
        <a:spcBef>
          <a:spcPct val="0"/>
        </a:spcBef>
        <a:buNone/>
        <a:defRPr kumimoji="1"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52408" indent="-152408" algn="l" defTabSz="60963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kumimoji="1"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333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kumimoji="1"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Relationship Id="rId3" Type="http://schemas.openxmlformats.org/officeDocument/2006/relationships/image" Target="../media/image20.jpg"/><Relationship Id="rId4" Type="http://schemas.openxmlformats.org/officeDocument/2006/relationships/image" Target="../media/image21.jpg"/><Relationship Id="rId5" Type="http://schemas.openxmlformats.org/officeDocument/2006/relationships/image" Target="../media/image22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9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97280"/>
            <a:ext cx="5486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4FB6BE"/>
                </a:solidFill>
                <a:latin typeface="Yu Gothic"/>
                <a:ea typeface="Yu Gothic"/>
              </a:rPr>
              <a:t>Gopal 登録チーム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10058400" cy="21945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6400" b="1">
                <a:solidFill>
                  <a:srgbClr val="333333"/>
                </a:solidFill>
                <a:latin typeface="Yu Gothic"/>
                <a:ea typeface="Yu Gothic"/>
              </a:rPr>
              <a:t>登録の流れ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297680"/>
            <a:ext cx="10058400" cy="36576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66666"/>
                </a:solidFill>
                <a:latin typeface="Yu Gothic"/>
                <a:ea typeface="Yu Gothic"/>
              </a:rPr>
              <a:t>採用決定後 〜 登録完了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登録の流れ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①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書類を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そろえる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5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43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②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クラウド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サイン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作成済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81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③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Amazon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Yu Gothic"/>
              </a:rPr>
              <a:t>登録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途中まで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④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Disprz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視聴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3728" y="2560320"/>
            <a:ext cx="3657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01200" y="1920240"/>
            <a:ext cx="1965960" cy="1737360"/>
          </a:xfrm>
          <a:prstGeom prst="roundRect">
            <a:avLst>
              <a:gd name="adj" fmla="val 10000"/>
            </a:avLst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0" y="1920240"/>
            <a:ext cx="1965960" cy="1737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⑤</a:t>
            </a:r>
          </a:p>
          <a:p>
            <a:pPr algn="ctr"/>
            <a:r>
              <a:rPr sz="1700" b="1">
                <a:solidFill>
                  <a:srgbClr val="666666"/>
                </a:solidFill>
                <a:latin typeface="Yu Gothic"/>
              </a:rPr>
              <a:t>登録完了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0" y="3749039"/>
            <a:ext cx="19659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>作成中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663440"/>
            <a:ext cx="11247120" cy="7315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905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63440"/>
            <a:ext cx="1124712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各ステップが終わったら、必ず Teams で @登録チーム に連絡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書類をそろえる（新必要書類チェック表）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80160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28016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新必要書類チェック表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28016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719072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1.面接前　● 全員必須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482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0482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1.1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0482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面接前同意forms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20482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87168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87168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2.面接時　● 全員必須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163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8163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2.1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28163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面接時チェックシート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28163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元の形式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55263"/>
            <a:ext cx="5577840" cy="329184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55263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3.登録時　● 全員必須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7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584447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3584447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クラウドサイン（契約書、契約書別紙、宣誓書）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3584447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931920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931920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31920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免許証（両面）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931920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279392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279392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279392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顔写真データ（背景白 肩から上部 JPEG形式）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892040" y="4279392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F29A3C"/>
                </a:solidFill>
                <a:latin typeface="Yu Gothic"/>
              </a:rPr>
              <a:t>JPEG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626864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626864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4FB6BE"/>
                </a:solidFill>
                <a:latin typeface="Yu Gothic"/>
              </a:rPr>
              <a:t>3.4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26864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面接後forms（個人情報、緊急連絡先、口座情報）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4626864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065775"/>
            <a:ext cx="5577840" cy="329184"/>
          </a:xfrm>
          <a:prstGeom prst="rect">
            <a:avLst/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065775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外国籍の方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5394959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394959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" y="5394959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050" b="0">
                <a:solidFill>
                  <a:srgbClr val="333333"/>
                </a:solidFill>
                <a:latin typeface="Yu Gothic"/>
              </a:rPr>
              <a:t>在留カードのコピー（永住権か就労制限なしでないと働けません）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92040" y="5394959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742431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4243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666666"/>
                </a:solidFill>
                <a:latin typeface="Yu Gothic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74243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892040" y="574243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1280160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4.そのほか　オレンジ＝該当者のみ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1609343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72200" y="160934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160934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運転記録証明（過去5年分）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52760" y="160934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1956815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72200" y="195681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4.2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195681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携帯貸与覚書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652760" y="195681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72200" y="239572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239572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5.車両情報　オレンジ＝該当者のみ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72200" y="272491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72200" y="272491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0" y="272491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車検証・自動車検査記録事項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652760" y="272491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172200" y="307238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172200" y="307238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0" y="307238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自賠責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652760" y="307238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172200" y="341985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172200" y="341985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5.3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0" y="341985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任意保険（対人対物無制限）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652760" y="341985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172200" y="3858767"/>
            <a:ext cx="5577840" cy="329184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217920" y="3858767"/>
            <a:ext cx="5486400" cy="329184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Yu Gothic"/>
              </a:rPr>
              <a:t>6.W-FINANCEリース車両契約者　オレンジ＝該当者のみ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72200" y="4187951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172200" y="4187951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58000" y="4187951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リース車に関する契約書（登録チーム格納）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652760" y="4187951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172200" y="4535423"/>
            <a:ext cx="55778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172200" y="4535423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858000" y="4535423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住民票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52760" y="4535423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72200" y="4882895"/>
            <a:ext cx="5577840" cy="347472"/>
          </a:xfrm>
          <a:prstGeom prst="rect">
            <a:avLst/>
          </a:prstGeom>
          <a:solidFill>
            <a:srgbClr val="F7F7F7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172200" y="4882895"/>
            <a:ext cx="68580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29A3C"/>
                </a:solidFill>
                <a:latin typeface="Yu Gothic"/>
              </a:rPr>
              <a:t>6.3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58000" y="4882895"/>
            <a:ext cx="3794759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150" b="0">
                <a:solidFill>
                  <a:srgbClr val="333333"/>
                </a:solidFill>
                <a:latin typeface="Yu Gothic"/>
              </a:rPr>
              <a:t>安全管理者講習修了書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652760" y="4882895"/>
            <a:ext cx="1051560" cy="34747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Yu Gothic"/>
              </a:rPr>
              <a:t>PDF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72200" y="5367527"/>
            <a:ext cx="5577840" cy="5943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63640" y="5367527"/>
            <a:ext cx="5394959" cy="5943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200" b="1">
                <a:solidFill>
                  <a:srgbClr val="333333"/>
                </a:solidFill>
                <a:latin typeface="Yu Gothic"/>
              </a:rPr>
              <a:t>バイカー・ウォーカーは、免許証の代わりに保険証でも可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そろえるときのルール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805940"/>
            <a:ext cx="3566160" cy="251460"/>
          </a:xfrm>
          <a:prstGeom prst="rect">
            <a:avLst/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ファイル名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4FB6BE"/>
                </a:solidFill>
                <a:latin typeface="Yu Gothic"/>
              </a:rPr>
              <a:t>番号＋書類名＋氏名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Excelの表記のとおり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7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7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79" y="1805940"/>
            <a:ext cx="3566160" cy="251460"/>
          </a:xfrm>
          <a:prstGeom prst="rect">
            <a:avLst/>
          </a:prstGeom>
          <a:solidFill>
            <a:srgbClr val="126E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形式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顔写真・チェックシート以外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126EC9"/>
                </a:solidFill>
                <a:latin typeface="Yu Gothic"/>
              </a:rPr>
              <a:t>JPEG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7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顔写真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9" y="1554480"/>
            <a:ext cx="3566160" cy="31089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46719" y="1554480"/>
            <a:ext cx="3566160" cy="50292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19" y="1805940"/>
            <a:ext cx="3566160" cy="25146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19" y="1554480"/>
            <a:ext cx="35661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画質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19" y="237744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ぼやけはNG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19" y="292608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読めること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19" y="3474720"/>
            <a:ext cx="310896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900" b="1">
                <a:solidFill>
                  <a:srgbClr val="D32F2F"/>
                </a:solidFill>
                <a:latin typeface="Yu Gothic"/>
              </a:rPr>
              <a:t>免許証は両面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19" y="4023360"/>
            <a:ext cx="310896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Yu Gothic"/>
              </a:rPr>
              <a:t>四隅まで写す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クラウドサインを送る流れ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3716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45920" y="13716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13716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書類の準備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3716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テンプレートを選ぶ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9933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860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22860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22860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送付先の設定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2860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面接時formsから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DAさんの名前とメールアドレスを入力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9077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2004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004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45920" y="32004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645920" y="32004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入力項目の設定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2004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金額の入力はなし</a:t>
            </a:r>
          </a:p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入力する場所は3か所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822191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1148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148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45920" y="41148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FDECF3"/>
          </a:solidFill>
          <a:ln w="12700">
            <a:solidFill>
              <a:srgbClr val="E12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45920" y="41148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送信内容の確認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14800"/>
            <a:ext cx="640080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333333"/>
                </a:solidFill>
                <a:latin typeface="Yu Gothic"/>
              </a:rPr>
              <a:t>確認後 送信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11887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400" b="1">
                <a:solidFill>
                  <a:srgbClr val="666666"/>
                </a:solidFill>
                <a:latin typeface="Yu Gothic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029200"/>
            <a:ext cx="640080" cy="640080"/>
          </a:xfrm>
          <a:prstGeom prst="roundRect">
            <a:avLst>
              <a:gd name="adj" fmla="val 8000"/>
            </a:avLst>
          </a:prstGeom>
          <a:solidFill>
            <a:srgbClr val="6666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29200"/>
            <a:ext cx="64008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45920" y="5029200"/>
            <a:ext cx="3291840" cy="640080"/>
          </a:xfrm>
          <a:prstGeom prst="roundRect">
            <a:avLst>
              <a:gd name="adj" fmla="val 8000"/>
            </a:avLst>
          </a:prstGeom>
          <a:solidFill>
            <a:srgbClr val="EEEEEE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45920" y="5029200"/>
            <a:ext cx="329184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333333"/>
                </a:solidFill>
                <a:latin typeface="Yu Gothic"/>
              </a:rPr>
              <a:t>送信完了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① 「新しい書類の送信」をクリック</a:t>
            </a:r>
          </a:p>
        </p:txBody>
      </p:sp>
      <p:pic>
        <p:nvPicPr>
          <p:cNvPr id="5" name="Picture 4" descr="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1705" y="1325880"/>
            <a:ext cx="10418109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② 「テンプレートから書類を準備」を選ぶ</a:t>
            </a:r>
          </a:p>
        </p:txBody>
      </p:sp>
      <p:pic>
        <p:nvPicPr>
          <p:cNvPr id="5" name="Picture 4" descr="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55" y="1325880"/>
            <a:ext cx="1061000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③ 使用するテンプレートを選ぶ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280160"/>
            <a:ext cx="1133856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配送のタイプで、使う契約書が変わる</a:t>
            </a:r>
          </a:p>
        </p:txBody>
      </p:sp>
      <p:pic>
        <p:nvPicPr>
          <p:cNvPr id="6" name="Picture 5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0"/>
            <a:ext cx="11338560" cy="890356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7" name="Rectangle 6"/>
          <p:cNvSpPr/>
          <p:nvPr/>
        </p:nvSpPr>
        <p:spPr>
          <a:xfrm>
            <a:off x="438460" y="1755648"/>
            <a:ext cx="11292840" cy="435582"/>
          </a:xfrm>
          <a:prstGeom prst="rect">
            <a:avLst/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460" y="2241297"/>
            <a:ext cx="11292840" cy="368131"/>
          </a:xfrm>
          <a:prstGeom prst="rect">
            <a:avLst/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11480" y="3108960"/>
            <a:ext cx="5577840" cy="265176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27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310896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3337560"/>
            <a:ext cx="5577840" cy="228600"/>
          </a:xfrm>
          <a:prstGeom prst="rect">
            <a:avLst/>
          </a:prstGeom>
          <a:solidFill>
            <a:srgbClr val="D32F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10896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軽バンで配送する人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703320"/>
            <a:ext cx="5212080" cy="20116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(直接契約用)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上の行（赤枠）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108960"/>
            <a:ext cx="5577840" cy="265176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27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3108960"/>
            <a:ext cx="5577840" cy="457200"/>
          </a:xfrm>
          <a:prstGeom prst="roundRect">
            <a:avLst>
              <a:gd name="adj" fmla="val 8000"/>
            </a:avLst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3337560"/>
            <a:ext cx="5577840" cy="228600"/>
          </a:xfrm>
          <a:prstGeom prst="rect">
            <a:avLst/>
          </a:prstGeom>
          <a:solidFill>
            <a:srgbClr val="F29A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3108960"/>
            <a:ext cx="5577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バイカー・ウォーカーなど（軽バンを使わない配送）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703320"/>
            <a:ext cx="5212080" cy="20116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251201_アマゾン配送業務委託契約書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(直契約自転車・台車・原付配達員用)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/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下の行（橙枠）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④ 契約書が表示されたら「使用する」をクリック</a:t>
            </a:r>
          </a:p>
        </p:txBody>
      </p:sp>
      <p:pic>
        <p:nvPicPr>
          <p:cNvPr id="5" name="Picture 4" descr="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320" y="1325880"/>
            <a:ext cx="9842878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⑤ このページは「次へ」を押すだけでOK</a:t>
            </a:r>
          </a:p>
        </p:txBody>
      </p:sp>
      <p:pic>
        <p:nvPicPr>
          <p:cNvPr id="5" name="Picture 4" descr="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37" y="1325880"/>
            <a:ext cx="9619444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⑥ 送付先を設定する ─ 「編集する」をクリック</a:t>
            </a:r>
          </a:p>
        </p:txBody>
      </p:sp>
      <p:pic>
        <p:nvPicPr>
          <p:cNvPr id="5" name="Picture 4" descr="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129" y="1325880"/>
            <a:ext cx="10595260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⑦ メールアドレスと名前を入力して「保存」</a:t>
            </a:r>
          </a:p>
        </p:txBody>
      </p:sp>
      <p:pic>
        <p:nvPicPr>
          <p:cNvPr id="5" name="Picture 4" descr="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186" y="1325880"/>
            <a:ext cx="7179227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8229600" y="1325880"/>
            <a:ext cx="3520440" cy="48920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417320"/>
            <a:ext cx="3246120" cy="82296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名前は免許証に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載っている漢字で入力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86000"/>
            <a:ext cx="3246120" cy="3200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1">
                <a:solidFill>
                  <a:srgbClr val="D32F2F"/>
                </a:solidFill>
                <a:latin typeface="Yu Gothic"/>
              </a:rPr>
              <a:t>間違えやすい例（×）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366760" y="2651760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66760" y="2651760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651760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斎藤 ／ 斉藤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3218688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3218688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64040" y="3218688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渡辺 ／ 渡部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66760" y="3785615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3785615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3785615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高橋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4352544"/>
            <a:ext cx="32461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4352544"/>
            <a:ext cx="109728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9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40" y="4352544"/>
            <a:ext cx="210312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D32F2F"/>
                </a:solidFill>
                <a:latin typeface="Yu Gothic"/>
              </a:rPr>
              <a:t>× 山崎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4983480"/>
            <a:ext cx="3246120" cy="45720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Yu Gothic"/>
              </a:rPr>
              <a:t>免許証と見比べて入力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⑧ 送付先を確認して「次へ」</a:t>
            </a:r>
          </a:p>
        </p:txBody>
      </p:sp>
      <p:pic>
        <p:nvPicPr>
          <p:cNvPr id="5" name="Picture 4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918" y="1325880"/>
            <a:ext cx="11335683" cy="48920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⑨ 入力項目を設定する</a:t>
            </a:r>
          </a:p>
        </p:txBody>
      </p:sp>
      <p:pic>
        <p:nvPicPr>
          <p:cNvPr id="5" name="Picture 4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898" y="1325880"/>
            <a:ext cx="877572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この画面で、入力項目を確認する（次の3か所に入力する）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 入力する場所は3か所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20116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20116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ドライバー入力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1280160"/>
            <a:ext cx="16459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697480" y="1280160"/>
            <a:ext cx="16459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拠点入力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280160"/>
            <a:ext cx="71323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666666"/>
                </a:solidFill>
                <a:latin typeface="Yu Gothic"/>
              </a:rPr>
              <a:t>金額（エリア・単価）の入力はありません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10312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103120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03120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1ページ目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30886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30886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00400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200400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200400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11ページ目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3406140"/>
            <a:ext cx="128016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7680" y="3406140"/>
            <a:ext cx="128016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5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15000" y="340614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3406140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3406140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01000" y="3406140"/>
            <a:ext cx="155448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1000" y="3406140"/>
            <a:ext cx="155448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97679"/>
            <a:ext cx="11064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297679"/>
            <a:ext cx="54864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200" b="1">
                <a:solidFill>
                  <a:srgbClr val="E12A82"/>
                </a:solidFill>
                <a:latin typeface="Yu Gothic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4297679"/>
            <a:ext cx="2926080" cy="8686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800" b="1">
                <a:solidFill>
                  <a:srgbClr val="333333"/>
                </a:solidFill>
                <a:latin typeface="Yu Gothic"/>
              </a:rPr>
              <a:t>宣誓書（14ページ目）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97680" y="4503419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4068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40680" y="4503419"/>
            <a:ext cx="21031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680960" y="4503419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3DD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4503419"/>
            <a:ext cx="210312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氏名（記名）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21240" y="4503419"/>
            <a:ext cx="1005840" cy="457200"/>
          </a:xfrm>
          <a:prstGeom prst="roundRect">
            <a:avLst>
              <a:gd name="adj" fmla="val 20000"/>
            </a:avLst>
          </a:prstGeom>
          <a:solidFill>
            <a:srgbClr val="FFF1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21240" y="4503419"/>
            <a:ext cx="1005840" cy="4572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548640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氏名は、すべて免許証に載っている漢字で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⑩-1：1ページ目</a:t>
            </a:r>
          </a:p>
        </p:txBody>
      </p:sp>
      <p:pic>
        <p:nvPicPr>
          <p:cNvPr id="5" name="Picture 4" descr="p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510255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2554339" y="2257917"/>
            <a:ext cx="1265902" cy="2713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820241" y="2393582"/>
            <a:ext cx="1620439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2201558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119262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503310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⑩-2：11ページ目</a:t>
            </a:r>
          </a:p>
        </p:txBody>
      </p:sp>
      <p:pic>
        <p:nvPicPr>
          <p:cNvPr id="5" name="Picture 4" descr="pg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689203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3139389" y="1888218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4493003" y="1376944"/>
            <a:ext cx="947677" cy="654778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184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10262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契約日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148667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928477" y="314304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3282091" y="2245624"/>
            <a:ext cx="2158589" cy="104092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205360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197130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住所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934751" y="3475579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3288365" y="3114304"/>
            <a:ext cx="2152315" cy="50477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292228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283998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3224032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47300" y="3839480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3300914" y="3982984"/>
            <a:ext cx="2139766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3790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3708664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電話番号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⑩-3：宣誓書（14ページ目）</a:t>
            </a:r>
          </a:p>
        </p:txBody>
      </p:sp>
      <p:pic>
        <p:nvPicPr>
          <p:cNvPr id="5" name="Picture 4" descr="p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25880"/>
            <a:ext cx="3726848" cy="493776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219498" y="1932137"/>
            <a:ext cx="1353614" cy="287007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2573112" y="2075641"/>
            <a:ext cx="286756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5477256" y="1883617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1801321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185369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免許証に載っている漢字で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33205" y="5200972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V="1">
            <a:off x="2893094" y="4023359"/>
            <a:ext cx="2547586" cy="131798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477256" y="383133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749039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署名（自署）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533205" y="5433116"/>
            <a:ext cx="1359888" cy="280733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2893094" y="4892040"/>
            <a:ext cx="2547586" cy="681442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77256" y="4700016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0" y="4617720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氏名（記名）　拠点が入力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5001768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ドライバーの署名と同じ漢字で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33205" y="5665259"/>
            <a:ext cx="1359888" cy="27445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 flipV="1">
            <a:off x="2893094" y="5760720"/>
            <a:ext cx="2547586" cy="41769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547725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486400"/>
            <a:ext cx="59436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日付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5870448"/>
            <a:ext cx="59436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西暦で入力（yyyy/mm/dd）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1325880"/>
            <a:ext cx="603504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Yu Gothic"/>
              </a:rPr>
              <a:t>赤枠：ドライバーが入力　／　緑枠：拠点が入力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⑪ 「送信する」をクリック</a:t>
            </a:r>
          </a:p>
        </p:txBody>
      </p:sp>
      <p:pic>
        <p:nvPicPr>
          <p:cNvPr id="5" name="Picture 4" descr="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208" y="1325880"/>
            <a:ext cx="9281102" cy="4206240"/>
          </a:xfrm>
          <a:prstGeom prst="rect">
            <a:avLst/>
          </a:prstGeom>
          <a:ln w="12700">
            <a:solidFill>
              <a:srgbClr val="CCCCCC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411480" y="5641848"/>
            <a:ext cx="11338560" cy="566928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5641848"/>
            <a:ext cx="10972800" cy="56692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⚠ 送信は1通240円（税込）。送る前に、送付先（名前・メールアドレス）をもう一度確認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86868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86868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②-15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44751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クラウドサイン：氏名は免許証の漢字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25880"/>
            <a:ext cx="11064240" cy="73152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905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64240" cy="7315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800" b="1">
                <a:solidFill>
                  <a:srgbClr val="333333"/>
                </a:solidFill>
                <a:latin typeface="Yu Gothic"/>
              </a:rPr>
              <a:t>免許証に載っている字のとおりに入力・署名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274320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免許証</a:t>
            </a:r>
          </a:p>
        </p:txBody>
      </p:sp>
      <p:sp>
        <p:nvSpPr>
          <p:cNvPr id="9" name="Rectangle 8"/>
          <p:cNvSpPr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solidFill>
            <a:srgbClr val="E12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2286000"/>
            <a:ext cx="832104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間違えやすい字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齋藤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2697480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69748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斎藤 ／ 斉藤 ／ 齊藤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227832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渡邉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227832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0" y="3227832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渡辺 ／ 渡邊 ／ 渡部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758184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髙橋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91840" y="3758184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0" y="3758184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高橋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88536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山﨑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288536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4288536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山崎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818888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澤田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4818888"/>
            <a:ext cx="8321040" cy="530352"/>
          </a:xfrm>
          <a:prstGeom prst="rect">
            <a:avLst/>
          </a:prstGeom>
          <a:solidFill>
            <a:srgbClr val="FDECF3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0" y="4818888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沢田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5349240"/>
            <a:ext cx="2743200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2000" b="1">
                <a:solidFill>
                  <a:srgbClr val="E12A82"/>
                </a:solidFill>
                <a:latin typeface="Yu Gothic"/>
              </a:rPr>
              <a:t>濱田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91840" y="5349240"/>
            <a:ext cx="832104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349240"/>
            <a:ext cx="7955279" cy="530352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0">
                <a:solidFill>
                  <a:srgbClr val="D32F2F"/>
                </a:solidFill>
                <a:latin typeface="Yu Gothic"/>
              </a:rPr>
              <a:t>浜田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9893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Yu Gothic"/>
              </a:rPr>
              <a:t>外国籍の方も免許証記載の名前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Amazon登録（途中まで）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8016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4864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必要書類がそろったら　招待メールを送る　→　メールのURLをタップ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Oval 7"/>
          <p:cNvSpPr/>
          <p:nvPr/>
        </p:nvSpPr>
        <p:spPr>
          <a:xfrm>
            <a:off x="63093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1" name="Picture 10" descr="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2" name="Oval 11"/>
          <p:cNvSpPr/>
          <p:nvPr/>
        </p:nvSpPr>
        <p:spPr>
          <a:xfrm>
            <a:off x="346557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3756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アプリを開く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5" name="Picture 14" descr="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16" name="Oval 15"/>
          <p:cNvSpPr/>
          <p:nvPr/>
        </p:nvSpPr>
        <p:spPr>
          <a:xfrm>
            <a:off x="630021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66160"/>
            <a:ext cx="640080" cy="54864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2000" b="1">
                <a:solidFill>
                  <a:srgbClr val="666666"/>
                </a:solidFill>
                <a:latin typeface="Yu Gothic"/>
              </a:rPr>
              <a:t>▶</a:t>
            </a:r>
          </a:p>
        </p:txBody>
      </p:sp>
      <p:pic>
        <p:nvPicPr>
          <p:cNvPr id="19" name="Picture 18" descr="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011680"/>
            <a:ext cx="1668882" cy="361188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20" name="Oval 19"/>
          <p:cNvSpPr/>
          <p:nvPr/>
        </p:nvSpPr>
        <p:spPr>
          <a:xfrm>
            <a:off x="9134856" y="1865376"/>
            <a:ext cx="384048" cy="384048"/>
          </a:xfrm>
          <a:prstGeom prst="ellipse">
            <a:avLst/>
          </a:prstGeom>
          <a:solidFill>
            <a:srgbClr val="4FB6B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06840" y="5715000"/>
            <a:ext cx="2834640" cy="41148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ctr"/>
            <a:r>
              <a:rPr sz="1600" b="1">
                <a:solidFill>
                  <a:srgbClr val="333333"/>
                </a:solidFill>
                <a:latin typeface="Yu Gothic"/>
              </a:rPr>
              <a:t>項目をクリア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アカウント作成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280160"/>
            <a:ext cx="6949440" cy="502920"/>
          </a:xfrm>
          <a:prstGeom prst="roundRect">
            <a:avLst>
              <a:gd name="adj" fmla="val 8000"/>
            </a:avLst>
          </a:prstGeom>
          <a:solidFill>
            <a:srgbClr val="E3F4F6"/>
          </a:solidFill>
          <a:ln w="12700">
            <a:solidFill>
              <a:srgbClr val="4FB6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800600" y="1280160"/>
            <a:ext cx="6766560" cy="5029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Yu Gothic"/>
              </a:rPr>
              <a:t>招待メールのURLをタップすると、この画面</a:t>
            </a:r>
          </a:p>
        </p:txBody>
      </p:sp>
      <p:pic>
        <p:nvPicPr>
          <p:cNvPr id="7" name="Picture 6" descr="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8" name="Rounded Rectangle 7"/>
          <p:cNvSpPr/>
          <p:nvPr/>
        </p:nvSpPr>
        <p:spPr>
          <a:xfrm>
            <a:off x="1276894" y="2585170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3241425" y="2705848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4745736" y="2513824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3152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名前を入力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76894" y="351130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3241425" y="3631984"/>
            <a:ext cx="1467735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4745736" y="343996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35766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パスワードを決める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374171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6文字以上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76894" y="4330796"/>
            <a:ext cx="1964531" cy="24135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>
            <a:off x="3241425" y="4451474"/>
            <a:ext cx="1467735" cy="347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4745736" y="4262920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4180624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「Create your Amazon account」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564672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5577840"/>
            <a:ext cx="6949440" cy="64008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00600" y="5577840"/>
            <a:ext cx="6675120" cy="6400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600" b="1">
                <a:solidFill>
                  <a:srgbClr val="333333"/>
                </a:solidFill>
                <a:latin typeface="Yu Gothic"/>
              </a:rPr>
              <a:t>⚠ パスワードは忘れない！この後も使います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アプリを取得して開く</a:t>
            </a:r>
          </a:p>
        </p:txBody>
      </p:sp>
      <p:pic>
        <p:nvPicPr>
          <p:cNvPr id="5" name="Picture 4" descr="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87087" y="5447772"/>
            <a:ext cx="2144145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331232" y="5581080"/>
            <a:ext cx="1377928" cy="0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538905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530676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「Amazonでサインイン」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569080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63440" y="1828800"/>
            <a:ext cx="6949440" cy="1188720"/>
          </a:xfrm>
          <a:prstGeom prst="roundRect">
            <a:avLst>
              <a:gd name="adj" fmla="val 8000"/>
            </a:avLst>
          </a:prstGeom>
          <a:solidFill>
            <a:srgbClr val="E8F1FB"/>
          </a:solidFill>
          <a:ln w="12700">
            <a:solidFill>
              <a:srgbClr val="126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1828800"/>
            <a:ext cx="6675120" cy="118872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アカウント作成のあとにアプリを取得</a:t>
            </a:r>
          </a:p>
          <a:p>
            <a:pPr algn="l"/>
            <a:r>
              <a:rPr sz="1700" b="1">
                <a:solidFill>
                  <a:srgbClr val="333333"/>
                </a:solidFill>
                <a:latin typeface="Yu Gothic"/>
              </a:rPr>
              <a:t>アプリを開くと、この画面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サインイン</a:t>
            </a:r>
          </a:p>
        </p:txBody>
      </p:sp>
      <p:pic>
        <p:nvPicPr>
          <p:cNvPr id="5" name="Picture 4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198313" y="4277473"/>
            <a:ext cx="2121693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3320006" y="4114799"/>
            <a:ext cx="1389154" cy="297385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3922775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3840479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メールアドレス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4224527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招待メールのアドレス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98313" y="4594604"/>
            <a:ext cx="2121693" cy="266614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320006" y="4727912"/>
            <a:ext cx="1389154" cy="209847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474573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466344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パスワード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504748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③-1で決めたパスワード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9538" y="5332707"/>
            <a:ext cx="2099241" cy="269421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D32F2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3308780" y="5467418"/>
            <a:ext cx="1400380" cy="293302"/>
          </a:xfrm>
          <a:prstGeom prst="line">
            <a:avLst/>
          </a:prstGeom>
          <a:ln w="22225">
            <a:solidFill>
              <a:srgbClr val="D32F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4745736" y="5568696"/>
            <a:ext cx="384048" cy="384048"/>
          </a:xfrm>
          <a:prstGeom prst="ellipse">
            <a:avLst/>
          </a:prstGeom>
          <a:solidFill>
            <a:srgbClr val="D32F2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5486400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「サインイン」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5870448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をタップ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11480" y="777240"/>
            <a:ext cx="502920" cy="384048"/>
          </a:xfrm>
          <a:prstGeom prst="roundRect">
            <a:avLst>
              <a:gd name="adj" fmla="val 8000"/>
            </a:avLst>
          </a:prstGeom>
          <a:solidFill>
            <a:srgbClr val="4FB6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777240"/>
            <a:ext cx="50292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Yu Gothic"/>
              </a:rPr>
              <a:t>③-4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" y="777240"/>
            <a:ext cx="10607040" cy="384048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開始する</a:t>
            </a:r>
          </a:p>
        </p:txBody>
      </p:sp>
      <p:pic>
        <p:nvPicPr>
          <p:cNvPr id="5" name="Picture 4" descr="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280160"/>
            <a:ext cx="2323759" cy="5029200"/>
          </a:xfrm>
          <a:prstGeom prst="rect">
            <a:avLst/>
          </a:prstGeom>
          <a:ln w="12700">
            <a:solidFill>
              <a:srgbClr val="BBBBBB"/>
            </a:solidFill>
          </a:ln>
        </p:spPr>
      </p:pic>
      <p:sp>
        <p:nvSpPr>
          <p:cNvPr id="6" name="Rounded Rectangle 5"/>
          <p:cNvSpPr/>
          <p:nvPr/>
        </p:nvSpPr>
        <p:spPr>
          <a:xfrm>
            <a:off x="1097280" y="1802164"/>
            <a:ext cx="2323759" cy="533229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4CA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3421039" y="2068778"/>
            <a:ext cx="1288121" cy="0"/>
          </a:xfrm>
          <a:prstGeom prst="line">
            <a:avLst/>
          </a:prstGeom>
          <a:ln w="22225">
            <a:solidFill>
              <a:srgbClr val="4CAF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4745736" y="1876754"/>
            <a:ext cx="384048" cy="384048"/>
          </a:xfrm>
          <a:prstGeom prst="ellipse">
            <a:avLst/>
          </a:prstGeom>
          <a:solidFill>
            <a:srgbClr val="4CAF6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79445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520" y="217850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完了している項目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2346619"/>
            <a:ext cx="2323759" cy="870006"/>
          </a:xfrm>
          <a:prstGeom prst="roundRect">
            <a:avLst>
              <a:gd name="adj" fmla="val 12000"/>
            </a:avLst>
          </a:prstGeom>
          <a:noFill/>
          <a:ln w="3810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21039" y="2781623"/>
            <a:ext cx="1288121" cy="110115"/>
          </a:xfrm>
          <a:prstGeom prst="line">
            <a:avLst/>
          </a:prstGeom>
          <a:ln w="22225">
            <a:solidFill>
              <a:srgbClr val="F29A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4745736" y="2699714"/>
            <a:ext cx="384048" cy="384048"/>
          </a:xfrm>
          <a:prstGeom prst="ellipse">
            <a:avLst/>
          </a:prstGeom>
          <a:solidFill>
            <a:srgbClr val="F29A3C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0" y="2617418"/>
            <a:ext cx="6583680" cy="41148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2000" b="1">
                <a:solidFill>
                  <a:srgbClr val="333333"/>
                </a:solidFill>
                <a:latin typeface="Yu Gothic"/>
              </a:rPr>
              <a:t>Pending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01466"/>
            <a:ext cx="6583680" cy="365760"/>
          </a:xfrm>
          <a:prstGeom prst="rect">
            <a:avLst/>
          </a:prstGeom>
          <a:noFill/>
        </p:spPr>
        <p:txBody>
          <a:bodyPr wrap="square" lIns="45720" rIns="45720" tIns="22860" bIns="22860" anchor="t">
            <a:spAutoFit/>
          </a:bodyPr>
          <a:lstStyle/>
          <a:p>
            <a:pPr algn="l"/>
            <a:r>
              <a:rPr sz="1400" b="0">
                <a:solidFill>
                  <a:srgbClr val="666666"/>
                </a:solidFill>
                <a:latin typeface="Yu Gothic"/>
              </a:rPr>
              <a:t>アプリの指示に従って進める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480560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 w="19050">
            <a:solidFill>
              <a:srgbClr val="F29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00600" y="4480560"/>
            <a:ext cx="6675120" cy="1371600"/>
          </a:xfrm>
          <a:prstGeom prst="rect">
            <a:avLst/>
          </a:prstGeom>
          <a:noFill/>
        </p:spPr>
        <p:txBody>
          <a:bodyPr wrap="square" lIns="45720" rIns="45720" tIns="22860" bIns="22860" anchor="ctr">
            <a:spAutoFit/>
          </a:bodyPr>
          <a:lstStyle/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全部 Complete になるまで進める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（免許証の確認は24時間以内にメールが届く）</a:t>
            </a:r>
          </a:p>
          <a:p>
            <a:pPr algn="l"/>
            <a:r>
              <a:rPr sz="1400" b="1">
                <a:solidFill>
                  <a:srgbClr val="333333"/>
                </a:solidFill>
                <a:latin typeface="Yu Gothic"/>
              </a:rPr>
              <a:t>免許証アップロードまで終わったら Teams で @登録チーム に連絡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デザインの設定">
  <a:themeElements>
    <a:clrScheme name="ユーザー定義 4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83b202c-ae80-4e15-8c69-6a1d9998050a">
      <Terms xmlns="http://schemas.microsoft.com/office/infopath/2007/PartnerControls"/>
    </lcf76f155ced4ddcb4097134ff3c332f>
    <TaxCatchAll xmlns="8ce37a9d-ae0a-4fdd-8655-549331436814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EC6ACA214567D47A6078E47D8ED1BBE" ma:contentTypeVersion="13" ma:contentTypeDescription="Create a new document." ma:contentTypeScope="" ma:versionID="f730d0620a671d9ab611de6530dc9132">
  <xsd:schema xmlns:xsd="http://www.w3.org/2001/XMLSchema" xmlns:xs="http://www.w3.org/2001/XMLSchema" xmlns:p="http://schemas.microsoft.com/office/2006/metadata/properties" xmlns:ns2="183b202c-ae80-4e15-8c69-6a1d9998050a" xmlns:ns3="8ce37a9d-ae0a-4fdd-8655-549331436814" targetNamespace="http://schemas.microsoft.com/office/2006/metadata/properties" ma:root="true" ma:fieldsID="a496316d1bb1511e89dfc4f649fc0d5c" ns2:_="" ns3:_="">
    <xsd:import namespace="183b202c-ae80-4e15-8c69-6a1d9998050a"/>
    <xsd:import namespace="8ce37a9d-ae0a-4fdd-8655-54933143681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83b202c-ae80-4e15-8c69-6a1d9998050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e0122028-6687-4c6d-9ac4-9fc83d8b007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20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ce37a9d-ae0a-4fdd-8655-549331436814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5bd1bf5a-518c-46d2-882f-9da665aaccff}" ma:internalName="TaxCatchAll" ma:showField="CatchAllData" ma:web="8ce37a9d-ae0a-4fdd-8655-54933143681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DC3C1EE-4368-4A3B-9235-E28EC1CBF6E7}">
  <ds:schemaRefs>
    <ds:schemaRef ds:uri="http://purl.org/dc/elements/1.1/"/>
    <ds:schemaRef ds:uri="http://www.w3.org/XML/1998/namespace"/>
    <ds:schemaRef ds:uri="http://purl.org/dc/terms/"/>
    <ds:schemaRef ds:uri="http://schemas.microsoft.com/office/2006/metadata/properties"/>
    <ds:schemaRef ds:uri="183b202c-ae80-4e15-8c69-6a1d9998050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8ce37a9d-ae0a-4fdd-8655-549331436814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A8BB61EC-F26E-4C1E-B389-0F6EB507E61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987BFD4-A81D-4B15-8522-54C315E8E0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83b202c-ae80-4e15-8c69-6a1d9998050a"/>
    <ds:schemaRef ds:uri="8ce37a9d-ae0a-4fdd-8655-54933143681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Microsoft Office PowerPoint</Application>
  <PresentationFormat>Widescreen</PresentationFormat>
  <Paragraphs>0</Paragraphs>
  <Slides>20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1" baseType="lpstr">
      <vt:lpstr>デザインの設定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中村 啓人</dc:creator>
  <cp:lastModifiedBy>川崎 優</cp:lastModifiedBy>
  <cp:revision>6</cp:revision>
  <dcterms:created xsi:type="dcterms:W3CDTF">2025-01-07T03:42:06Z</dcterms:created>
  <dcterms:modified xsi:type="dcterms:W3CDTF">2026-07-16T04:53:35Z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0x0101008EC6ACA214567D47A6078E47D8ED1BBE</vt:lpwstr>
  </property>
  <property fmtid="{D5CDD505-2E9C-101B-9397-08002B2CF9AE}" pid="3" name="MediaServiceImageTags">
    <vt:lpwstr/>
  </property>
</Properties>
</file>