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マイナンバーカードやパスポートでも可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配送金額の別紙を添付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06324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5212080" cy="1554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06324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1554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394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10972800" cy="7772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登録のあとで、バイカー・ウォーカーから軽バンに変えたいとき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アカウントを消して、作り直しになります（最初のタイプ選びに注意）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別紙（配送金額）を添付して「次へ」</a:t>
            </a:r>
          </a:p>
        </p:txBody>
      </p:sp>
      <p:pic>
        <p:nvPicPr>
          <p:cNvPr id="5" name="Picture 4" descr="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648754" cy="38404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710540" y="2283642"/>
            <a:ext cx="862181" cy="1119823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63652" y="203675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1743" y="4864090"/>
            <a:ext cx="789719" cy="254306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024855" y="46172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8834" y="1463040"/>
            <a:ext cx="3461205" cy="17373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6850" y="1636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914" y="1554480"/>
            <a:ext cx="2729685" cy="1554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配送金額が載っている別紙（PDF）を、右のアップロードに添付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8834" y="3474720"/>
            <a:ext cx="3461205" cy="822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6850" y="36941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914" y="3474720"/>
            <a:ext cx="2729685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「次へ」をクリック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バイカー・ウォーカーは、提出した本人確認書類（マイナンバーカード・パスポート）に載っている字のとおりに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98348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98348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バイカー・ウォーカー→軽バンに変更：アカウントを消して作り直し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5715000"/>
            <a:ext cx="69494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5715000"/>
            <a:ext cx="6675120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Disprz視聴の流れ（メール〜ガイダンス）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1">
                <a:solidFill>
                  <a:srgbClr val="666666"/>
                </a:solidFill>
                <a:latin typeface="Yu Gothic"/>
              </a:rPr>
              <a:t>Disprzからメールが届く → アプリを取得 → メールのID・パスワードでログイン → ガイダンスを全部クリア</a:t>
            </a:r>
          </a:p>
        </p:txBody>
      </p:sp>
      <p:pic>
        <p:nvPicPr>
          <p:cNvPr id="6" name="Picture 5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7" name="Oval 6"/>
          <p:cNvSpPr/>
          <p:nvPr/>
        </p:nvSpPr>
        <p:spPr>
          <a:xfrm>
            <a:off x="356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メールが届く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0676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0" name="Picture 9" descr="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1" name="Oval 10"/>
          <p:cNvSpPr/>
          <p:nvPr/>
        </p:nvSpPr>
        <p:spPr>
          <a:xfrm>
            <a:off x="2642615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ID・パスワード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を確認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6676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4" name="Picture 13" descr="d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5" name="Oval 14"/>
          <p:cNvSpPr/>
          <p:nvPr/>
        </p:nvSpPr>
        <p:spPr>
          <a:xfrm>
            <a:off x="4928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ログイン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2676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8" name="Picture 17" descr="d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9" name="Oval 18"/>
          <p:cNvSpPr/>
          <p:nvPr/>
        </p:nvSpPr>
        <p:spPr>
          <a:xfrm>
            <a:off x="7214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ガイダンスを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タップ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8676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22" name="Picture 21" descr="d1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3" name="Oval 22"/>
          <p:cNvSpPr/>
          <p:nvPr/>
        </p:nvSpPr>
        <p:spPr>
          <a:xfrm>
            <a:off x="9500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すべてクリア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Disprzからメールが届く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262854"/>
            <a:ext cx="2121448" cy="33591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118634" y="2430814"/>
            <a:ext cx="232204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3879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5649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Disprzからのメール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4054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案内どおりに進める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3931920"/>
            <a:ext cx="6355080" cy="11887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3931920"/>
            <a:ext cx="603504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⚠ メールが届かないときは</a:t>
            </a:r>
          </a:p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登録チームへ報告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アプリを取得する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4618760"/>
            <a:ext cx="1033047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333332" y="4106788"/>
            <a:ext cx="3107348" cy="626201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91476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832468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Google Play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216516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Android の人はこちらのリンク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861240"/>
            <a:ext cx="964161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264446" y="4975468"/>
            <a:ext cx="3176234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78344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701148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Apple App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5085196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iPhone の人はこちらのリンク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463040"/>
            <a:ext cx="6355080" cy="8229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お使いのスマートフォンに応じて、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メールのリンクからアプリをダウンロード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メールのID・パスワードを確認する</a:t>
            </a:r>
          </a:p>
        </p:txBody>
      </p:sp>
      <p:pic>
        <p:nvPicPr>
          <p:cNvPr id="5" name="Picture 4" descr="d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3122553"/>
            <a:ext cx="1170819" cy="15957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471104" y="2798615"/>
            <a:ext cx="2969576" cy="40372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0659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24295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組織のURL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08343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アプリで「組織のURLとともに」をタップして貼り付け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329439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650208" y="3667295"/>
            <a:ext cx="2790472" cy="7446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47527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392975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777023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00284" y="4453434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650208" y="4535975"/>
            <a:ext cx="2790472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434395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261655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645703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アプリでログインする</a:t>
            </a:r>
          </a:p>
        </p:txBody>
      </p:sp>
      <p:pic>
        <p:nvPicPr>
          <p:cNvPr id="5" name="Picture 4" descr="d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85360" y="4701424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024949" y="3977946"/>
            <a:ext cx="2415731" cy="88179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78592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703626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087674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5360" y="5161583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024949" y="4846626"/>
            <a:ext cx="2415731" cy="47327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6546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72306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56354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2914" y="5550101"/>
            <a:ext cx="1881724" cy="33040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994639" y="5715306"/>
            <a:ext cx="2446041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552328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440986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825034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「オンボーディングガイダンス」をタップ</a:t>
            </a:r>
          </a:p>
        </p:txBody>
      </p:sp>
      <p:pic>
        <p:nvPicPr>
          <p:cNvPr id="5" name="Picture 4" descr="d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55854" y="4571918"/>
            <a:ext cx="1192863" cy="154831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148717" y="5346076"/>
            <a:ext cx="3291963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515405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071756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オンボーディングガイダンス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455804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中身をすべてクリアする</a:t>
            </a:r>
          </a:p>
        </p:txBody>
      </p:sp>
      <p:pic>
        <p:nvPicPr>
          <p:cNvPr id="5" name="Picture 4" descr="d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1674" y="3158374"/>
            <a:ext cx="2126959" cy="25898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118634" y="4453311"/>
            <a:ext cx="2322046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42612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7899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4つの項目をすべてクリア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56303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上から順に進める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すべてクリアしたら100%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1691640"/>
            <a:ext cx="640080" cy="640080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63040"/>
            <a:ext cx="9326880" cy="10972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すべてクリアすると、完了が 100% になる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514600"/>
            <a:ext cx="91440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108960"/>
            <a:ext cx="640080" cy="640080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880360"/>
            <a:ext cx="9326880" cy="10972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100% になったら、登録チームに報告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931920"/>
            <a:ext cx="91440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526280"/>
            <a:ext cx="640080" cy="640080"/>
          </a:xfrm>
          <a:prstGeom prst="ellipse">
            <a:avLst/>
          </a:prstGeom>
          <a:solidFill>
            <a:srgbClr val="126EC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297680"/>
            <a:ext cx="9326880" cy="10972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登録チームから、完了のお知らせが届く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