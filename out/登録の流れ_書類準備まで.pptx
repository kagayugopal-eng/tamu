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39"/>
  </p:notesMasterIdLst>
  <p:sldIdLst>
    <p:sldId id="256" r:id="rId5"/>
    <p:sldId id="257" r:id="rId6"/>
    <p:sldId id="291" r:id="rId44"/>
    <p:sldId id="258" r:id="rId7"/>
    <p:sldId id="259" r:id="rId8"/>
    <p:sldId id="292" r:id="rId45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76" r:id="rId24"/>
    <p:sldId id="277" r:id="rId25"/>
    <p:sldId id="278" r:id="rId26"/>
    <p:sldId id="279" r:id="rId27"/>
    <p:sldId id="280" r:id="rId28"/>
    <p:sldId id="294" r:id="rId47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Disprzからメールが届く → アプリを取得 → メールのID・パスワードでログイン → ガイダンスを全部クリア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d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3122553"/>
            <a:ext cx="1170819" cy="15957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471104" y="2798615"/>
            <a:ext cx="2969576" cy="40372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0659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2429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0834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アプリで「組織のURLとともに」をタップして貼り付け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50208" y="3667295"/>
            <a:ext cx="2790472" cy="7446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7527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9297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7702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650208" y="4535975"/>
            <a:ext cx="2790472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434395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261655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45703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4FB6BE"/>
                </a:solidFill>
                <a:latin typeface="Yu Gothic"/>
              </a:rPr>
              <a:t>① 書類をそろえる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4FB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新必要書類チェック表  →  ファイル名のルール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形式・画質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E12A82"/>
                </a:solidFill>
                <a:latin typeface="Yu Gothic"/>
              </a:rPr>
              <a:t>② クラウドサイン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クラウドサインで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契約書を送る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E12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テンプレート選択  →  送付先の設定  →  入力項目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送信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F29A3C"/>
                </a:solidFill>
                <a:latin typeface="Yu Gothic"/>
              </a:rPr>
              <a:t>③ Amazon登録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Amazonの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アカウント登録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  →  アカウント作成  →  アプリ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サインイン  →  開始する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26EC9"/>
                </a:solidFill>
                <a:latin typeface="Yu Gothic"/>
              </a:rPr>
              <a:t>④ Disprz視聴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Disprzで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ガイダンスを視聴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126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  →  アプリ取得  →  ログイン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ガイダンスをすべてクリア  →  100%で報告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859</Words>
  <Application>Microsoft Office PowerPoint</Application>
  <PresentationFormat>ワイド画面</PresentationFormat>
  <Paragraphs>379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Meiryo UI</vt:lpstr>
      <vt:lpstr>Noto Sans JP</vt:lpstr>
      <vt:lpstr>Noto Sans JP Bold</vt:lpstr>
      <vt:lpstr>Yu Gothic</vt:lpstr>
      <vt:lpstr>Yu Gothic</vt:lpstr>
      <vt:lpstr>Arial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啓人</dc:creator>
  <cp:lastModifiedBy>雄登 加賀谷</cp:lastModifiedBy>
  <cp:revision>7</cp:revision>
  <dcterms:created xsi:type="dcterms:W3CDTF">2025-01-07T03:42:06Z</dcterms:created>
  <dcterms:modified xsi:type="dcterms:W3CDTF">2026-10-16T01:05:13Z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