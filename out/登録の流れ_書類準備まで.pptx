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39"/>
  </p:notesMasterIdLst>
  <p:sldIdLst>
    <p:sldId id="256" r:id="rId5"/>
    <p:sldId id="257" r:id="rId6"/>
    <p:sldId id="291" r:id="rId44"/>
    <p:sldId id="258" r:id="rId7"/>
    <p:sldId id="259" r:id="rId8"/>
    <p:sldId id="292" r:id="rId45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93" r:id="rId46"/>
    <p:sldId id="276" r:id="rId24"/>
    <p:sldId id="277" r:id="rId25"/>
    <p:sldId id="278" r:id="rId26"/>
    <p:sldId id="279" r:id="rId27"/>
    <p:sldId id="280" r:id="rId28"/>
    <p:sldId id="294" r:id="rId47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.xml"/><Relationship Id="rId45" Type="http://schemas.openxmlformats.org/officeDocument/2006/relationships/slide" Target="slides/slide6.xml"/><Relationship Id="rId46" Type="http://schemas.openxmlformats.org/officeDocument/2006/relationships/slide" Target="slides/slide22.xml"/><Relationship Id="rId47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4FB6BE"/>
                </a:solidFill>
                <a:latin typeface="Yu Gothic"/>
              </a:rPr>
              <a:t>① 書類をそろえる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書類をそろえる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4FB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新必要書類チェック表  →  ファイル名のルール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形式・画質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E12A82"/>
                </a:solidFill>
                <a:latin typeface="Yu Gothic"/>
              </a:rPr>
              <a:t>② クラウドサイン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クラウドサインで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契約書を送る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E12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テンプレート選択  →  送付先の設定  →  入力項目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送信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F29A3C"/>
                </a:solidFill>
                <a:latin typeface="Yu Gothic"/>
              </a:rPr>
              <a:t>③ Amazon登録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Amazonの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アカウント登録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  →  アカウント作成  →  アプリ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サインイン  →  開始する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26EC9"/>
                </a:solidFill>
                <a:latin typeface="Yu Gothic"/>
              </a:rPr>
              <a:t>④ Disprz視聴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Disprzで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ガイダンスを視聴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126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  →  アプリ取得  →  ログイン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ガイダンスをすべてクリア  →  100%で報告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Disprzからメールが届く → アプリを取得 → メールのID・パスワードでログイン → ガイダンスを全部クリア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d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3122553"/>
            <a:ext cx="1170819" cy="15957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471104" y="2798615"/>
            <a:ext cx="2969576" cy="40372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0659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2429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0834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アプリで「組織のURLとともに」をタップして貼り付け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650208" y="3667295"/>
            <a:ext cx="2790472" cy="7446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7527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9297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7702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650208" y="4535975"/>
            <a:ext cx="2790472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434395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26165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64570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すべて「完了」になる（5/5）</a:t>
            </a:r>
          </a:p>
        </p:txBody>
      </p:sp>
      <p:pic>
        <p:nvPicPr>
          <p:cNvPr id="5" name="Picture 4" descr="d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650453" y="2689948"/>
            <a:ext cx="454403" cy="2339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04857" y="2806932"/>
            <a:ext cx="2335823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14908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3261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5/5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1666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 5/5 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7606" y="3654354"/>
            <a:ext cx="335919" cy="206633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063525" y="4687524"/>
            <a:ext cx="2377155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495500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132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4つとも「完了」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9725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4つのガイダンスがすべて完了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ホームで「100%」を確認</a:t>
            </a:r>
          </a:p>
        </p:txBody>
      </p:sp>
      <p:pic>
        <p:nvPicPr>
          <p:cNvPr id="5" name="Picture 4" descr="d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174679"/>
            <a:ext cx="542578" cy="661062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539763" y="2505211"/>
            <a:ext cx="3900917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3131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08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完了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149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すべてクリアすると、100% になる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100%になったら登録チームに報告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ホームで、完了が 100% になっているか確認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859</Words>
  <Application>Microsoft Office PowerPoint</Application>
  <PresentationFormat>ワイド画面</PresentationFormat>
  <Paragraphs>379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Meiryo UI</vt:lpstr>
      <vt:lpstr>Noto Sans JP</vt:lpstr>
      <vt:lpstr>Noto Sans JP Bold</vt:lpstr>
      <vt:lpstr>Yu Gothic</vt:lpstr>
      <vt:lpstr>Yu Gothic</vt:lpstr>
      <vt:lpstr>Arial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啓人</dc:creator>
  <cp:lastModifiedBy>雄登 加賀谷</cp:lastModifiedBy>
  <cp:revision>7</cp:revision>
  <dcterms:created xsi:type="dcterms:W3CDTF">2025-01-07T03:42:06Z</dcterms:created>
  <dcterms:modified xsi:type="dcterms:W3CDTF">2026-10-16T01:05:13Z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