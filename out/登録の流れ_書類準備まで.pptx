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  <p:sldId id="280" r:id="rId3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Disprz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視聴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マイナンバーカードやパスポートでも可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配送金額の別紙を添付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入力する場所は3か所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33756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33756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別紙（配送金額）を添付して「次へ」</a:t>
            </a:r>
          </a:p>
        </p:txBody>
      </p:sp>
      <p:pic>
        <p:nvPicPr>
          <p:cNvPr id="5" name="Picture 4" descr="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648754" cy="38404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710540" y="2283642"/>
            <a:ext cx="862181" cy="1119823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63652" y="203675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1743" y="4864090"/>
            <a:ext cx="789719" cy="254306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024855" y="46172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8834" y="1463040"/>
            <a:ext cx="3461205" cy="17373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6850" y="1636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914" y="1554480"/>
            <a:ext cx="2729685" cy="1554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配送金額が載っている別紙（PDF）を、右のアップロードに添付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8834" y="3474720"/>
            <a:ext cx="3461205" cy="822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6850" y="36941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8914" y="3474720"/>
            <a:ext cx="2729685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「次へ」をクリック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この画面で、入力項目を確認する（次の3か所に入力する）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280160"/>
            <a:ext cx="16459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280160"/>
            <a:ext cx="71323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氏名は、すべて免許証に載っている漢字で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　拠点が入力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ドライバーの署名と同じ漢字で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1325880"/>
            <a:ext cx="603504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Yu Gothic"/>
              </a:rPr>
              <a:t>赤枠：ドライバーが入力　／　緑枠：拠点が入力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送信は1通240円（税込）。送る前に、送付先（名前・メールアドレス）をもう一度確認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バイカー・ウォーカーは、提出した本人確認書類（マイナンバーカード・パスポート）に載っている字のとおりに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557784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557784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③-1で決めたパスワード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