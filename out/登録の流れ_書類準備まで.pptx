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59152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③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フォルダへ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格納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1304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5008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2560320"/>
            <a:ext cx="32004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3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1920240"/>
            <a:ext cx="1627632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1920240"/>
            <a:ext cx="1627632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⑥</a:t>
            </a:r>
          </a:p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749039"/>
            <a:ext cx="1627632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フリーテキストの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拠点入力部分へ入力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黄色の入力項目をクリックして、入力を完了する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⑨-1：契約書の入力項目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280160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182880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1031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2402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402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0175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8ページ目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締結日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1416" y="3154679"/>
            <a:ext cx="241401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1416" y="3154679"/>
            <a:ext cx="241401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ドライバーの名前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3154679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3154679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6" y="3154679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37576" y="3154679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連絡先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9319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9319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9ページ目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40690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0690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エリア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4069080"/>
            <a:ext cx="877824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71416" y="4069080"/>
            <a:ext cx="877824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単価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463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846320"/>
            <a:ext cx="5486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46320"/>
            <a:ext cx="182880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1416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42432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2432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名前③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13448" y="4983480"/>
            <a:ext cx="1133856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13448" y="4983480"/>
            <a:ext cx="1133856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入力日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送信は1通200円。入力に間違いがないか確認してから送る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⑨-2：1ページ目・8ページ目の入力箇所</a:t>
            </a:r>
          </a:p>
        </p:txBody>
      </p:sp>
      <p:pic>
        <p:nvPicPr>
          <p:cNvPr id="5" name="Picture 4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222" y="1325880"/>
            <a:ext cx="936907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⑨-3：9ページ目・宣誓書の入力箇所</a:t>
            </a:r>
          </a:p>
        </p:txBody>
      </p:sp>
      <p:pic>
        <p:nvPicPr>
          <p:cNvPr id="5" name="Picture 4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31" y="1325880"/>
            <a:ext cx="8227256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入力が終わったら「送信する」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送信は1通200円。送る前に、名前・住所・単価をもう一度確認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④-1で決めたパスワード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