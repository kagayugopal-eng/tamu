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media/image4.svg" ContentType="image/svg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  <Override PartName="/ppt/slides/slide9.xml" ContentType="application/vnd.openxmlformats-officedocument.presentationml.slide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2" r:id="rId4"/>
  </p:sldMasterIdLst>
  <p:notesMasterIdLst>
    <p:notesMasterId r:id="rId9"/>
  </p:notesMasterIdLst>
  <p:sldIdLst>
    <p:sldId id="256" r:id="rId5"/>
    <p:sldId id="268" r:id="rId19"/>
    <p:sldId id="264" r:id="rId15"/>
    <p:sldId id="265" r:id="rId16"/>
    <p:sldId id="266" r:id="rId17"/>
    <p:sldId id="267" r:id="rId18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2A95BD48-21B7-B362-39A4-D48D5AAFB32A}" v="52" dt="2026-07-24T15:09:59"/>
  </p1510:revLst>
</p1510:revInfo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customXml" Target="../customXml/item1.xml"/><Relationship Id="rId2" Type="http://schemas.openxmlformats.org/officeDocument/2006/relationships/customXml" Target="../customXml/item2.xml"/><Relationship Id="rId3" Type="http://schemas.openxmlformats.org/officeDocument/2006/relationships/customXml" Target="../customXml/item3.xml"/><Relationship Id="rId4" Type="http://schemas.openxmlformats.org/officeDocument/2006/relationships/slideMaster" Target="slideMasters/slideMaster1.xml"/><Relationship Id="rId5" Type="http://schemas.openxmlformats.org/officeDocument/2006/relationships/slide" Target="slides/slide1.xml"/><Relationship Id="rId9" Type="http://schemas.openxmlformats.org/officeDocument/2006/relationships/notesMaster" Target="notesMasters/notesMaster1.xml"/><Relationship Id="rId10" Type="http://schemas.openxmlformats.org/officeDocument/2006/relationships/presProps" Target="presProps.xml"/><Relationship Id="rId11" Type="http://schemas.openxmlformats.org/officeDocument/2006/relationships/viewProps" Target="viewProps.xml"/><Relationship Id="rId12" Type="http://schemas.openxmlformats.org/officeDocument/2006/relationships/theme" Target="theme/theme1.xml"/><Relationship Id="rId13" Type="http://schemas.openxmlformats.org/officeDocument/2006/relationships/tableStyles" Target="tableStyles.xml"/><Relationship Id="rId14" Type="http://schemas.microsoft.com/office/2015/10/relationships/revisionInfo" Target="revisionInfo.xml"/><Relationship Id="rId15" Type="http://schemas.openxmlformats.org/officeDocument/2006/relationships/slide" Target="slides/slide5.xml"/><Relationship Id="rId16" Type="http://schemas.openxmlformats.org/officeDocument/2006/relationships/slide" Target="slides/slide6.xml"/><Relationship Id="rId17" Type="http://schemas.openxmlformats.org/officeDocument/2006/relationships/slide" Target="slides/slide7.xml"/><Relationship Id="rId18" Type="http://schemas.openxmlformats.org/officeDocument/2006/relationships/slide" Target="slides/slide8.xml"/>  <Relationship Id="rId19" Type="http://schemas.openxmlformats.org/officeDocument/2006/relationships/slide" Target="slides/slide9.xml"/>
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ヘッダー プレースホルダー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3" name="日付プレースホルダー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612B2F4B-37FA-F442-99A4-0BBC95A3B399}" type="datetimeFigureOut">
              <a:rPr kumimoji="1" lang="ja-JP" altLang="en-US" smtClean="0"/>
              <a:t>2026/8/10</a:t>
            </a:fld>
            <a:endParaRPr kumimoji="1" lang="ja-JP" altLang="en-US"/>
          </a:p>
        </p:txBody>
      </p:sp>
      <p:sp>
        <p:nvSpPr>
          <p:cNvPr id="4" name="スライド イメージ プレースホルダー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ja-JP" altLang="en-US"/>
          </a:p>
        </p:txBody>
      </p:sp>
      <p:sp>
        <p:nvSpPr>
          <p:cNvPr id="5" name="ノート プレースホルダー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6" name="フッター プレースホルダー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ja-JP" altLang="en-US"/>
          </a:p>
        </p:txBody>
      </p:sp>
      <p:sp>
        <p:nvSpPr>
          <p:cNvPr id="7" name="スライド番号プレースホルダー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208C1D0C-C09E-5640-831D-BC9E2B99CEBA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27161650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2.pn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eg"/><Relationship Id="rId3" Type="http://schemas.openxmlformats.org/officeDocument/2006/relationships/image" Target="../media/image3.png"/><Relationship Id="rId4" Type="http://schemas.openxmlformats.org/officeDocument/2006/relationships/image" Target="../media/image2.png"/><Relationship Id="rId5" Type="http://schemas.openxmlformats.org/officeDocument/2006/relationships/image" Target="../media/image4.svg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5.png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3">
            <a:extLst>
              <a:ext uri="{FF2B5EF4-FFF2-40B4-BE49-F238E27FC236}">
                <a16:creationId xmlns:a16="http://schemas.microsoft.com/office/drawing/2014/main" id="{9AE60DE3-AE18-AAB2-F70F-7ADEB87EE36D}"/>
              </a:ext>
            </a:extLst>
          </p:cNvPr>
          <p:cNvGrpSpPr>
            <a:grpSpLocks noChangeAspect="1"/>
          </p:cNvGrpSpPr>
          <p:nvPr userDrawn="1"/>
        </p:nvGrpSpPr>
        <p:grpSpPr>
          <a:xfrm rot="-8232660">
            <a:off x="320529" y="-2447042"/>
            <a:ext cx="4818869" cy="6089491"/>
            <a:chOff x="0" y="0"/>
            <a:chExt cx="9637738" cy="12178982"/>
          </a:xfrm>
        </p:grpSpPr>
        <p:sp>
          <p:nvSpPr>
            <p:cNvPr id="8" name="Freeform 4">
              <a:extLst>
                <a:ext uri="{FF2B5EF4-FFF2-40B4-BE49-F238E27FC236}">
                  <a16:creationId xmlns:a16="http://schemas.microsoft.com/office/drawing/2014/main" id="{6EAED067-7602-4A49-FB84-880DEE254FB9}"/>
                </a:ext>
              </a:extLst>
            </p:cNvPr>
            <p:cNvSpPr/>
            <p:nvPr/>
          </p:nvSpPr>
          <p:spPr>
            <a:xfrm>
              <a:off x="0" y="0"/>
              <a:ext cx="9637776" cy="12178919"/>
            </a:xfrm>
            <a:custGeom>
              <a:avLst/>
              <a:gdLst/>
              <a:ahLst/>
              <a:cxnLst/>
              <a:rect l="l" t="t" r="r" b="b"/>
              <a:pathLst>
                <a:path w="9637776" h="12178919">
                  <a:moveTo>
                    <a:pt x="9637776" y="3257804"/>
                  </a:moveTo>
                  <a:lnTo>
                    <a:pt x="6850126" y="246380"/>
                  </a:lnTo>
                  <a:lnTo>
                    <a:pt x="470281" y="0"/>
                  </a:lnTo>
                  <a:lnTo>
                    <a:pt x="0" y="12178919"/>
                  </a:lnTo>
                  <a:close/>
                </a:path>
              </a:pathLst>
            </a:custGeom>
            <a:blipFill>
              <a:blip r:embed="rId2">
                <a:alphaModFix amt="15000"/>
              </a:blip>
              <a:stretch>
                <a:fillRect l="-13799" t="-390" r="-70796" b="-26255"/>
              </a:stretch>
            </a:blipFill>
          </p:spPr>
          <p:txBody>
            <a:bodyPr/>
            <a:lstStyle/>
            <a:p>
              <a:endParaRPr lang="ja-JP" altLang="en-US" sz="1200"/>
            </a:p>
          </p:txBody>
        </p:sp>
      </p:grpSp>
      <p:grpSp>
        <p:nvGrpSpPr>
          <p:cNvPr id="9" name="Group 5">
            <a:extLst>
              <a:ext uri="{FF2B5EF4-FFF2-40B4-BE49-F238E27FC236}">
                <a16:creationId xmlns:a16="http://schemas.microsoft.com/office/drawing/2014/main" id="{2196AC1A-AE73-6289-5AD1-B1D2705E18A2}"/>
              </a:ext>
            </a:extLst>
          </p:cNvPr>
          <p:cNvGrpSpPr>
            <a:grpSpLocks noChangeAspect="1"/>
          </p:cNvGrpSpPr>
          <p:nvPr userDrawn="1"/>
        </p:nvGrpSpPr>
        <p:grpSpPr>
          <a:xfrm rot="8196480">
            <a:off x="-149288" y="3489154"/>
            <a:ext cx="3166510" cy="5162010"/>
            <a:chOff x="0" y="0"/>
            <a:chExt cx="6333020" cy="10324020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DD15C763-F531-386A-DB92-27FE7A14AFFA}"/>
                </a:ext>
              </a:extLst>
            </p:cNvPr>
            <p:cNvSpPr/>
            <p:nvPr/>
          </p:nvSpPr>
          <p:spPr>
            <a:xfrm>
              <a:off x="0" y="0"/>
              <a:ext cx="6332982" cy="10323957"/>
            </a:xfrm>
            <a:custGeom>
              <a:avLst/>
              <a:gdLst/>
              <a:ahLst/>
              <a:cxnLst/>
              <a:rect l="l" t="t" r="r" b="b"/>
              <a:pathLst>
                <a:path w="6332982" h="10323957">
                  <a:moveTo>
                    <a:pt x="289687" y="10323957"/>
                  </a:moveTo>
                  <a:lnTo>
                    <a:pt x="2286000" y="10267950"/>
                  </a:lnTo>
                  <a:lnTo>
                    <a:pt x="6332982" y="5987288"/>
                  </a:lnTo>
                  <a:lnTo>
                    <a:pt x="0" y="0"/>
                  </a:lnTo>
                  <a:lnTo>
                    <a:pt x="289687" y="10323957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16306" t="-18469" r="-107653" b="-269"/>
              </a:stretch>
            </a:blipFill>
          </p:spPr>
          <p:txBody>
            <a:bodyPr/>
            <a:lstStyle/>
            <a:p>
              <a:endParaRPr lang="ja-JP" altLang="en-US" sz="1200"/>
            </a:p>
          </p:txBody>
        </p:sp>
      </p:grpSp>
      <p:sp>
        <p:nvSpPr>
          <p:cNvPr id="11" name="AutoShape 7">
            <a:extLst>
              <a:ext uri="{FF2B5EF4-FFF2-40B4-BE49-F238E27FC236}">
                <a16:creationId xmlns:a16="http://schemas.microsoft.com/office/drawing/2014/main" id="{1F89C03A-5718-6F99-75B9-8E2A0661E491}"/>
              </a:ext>
            </a:extLst>
          </p:cNvPr>
          <p:cNvSpPr/>
          <p:nvPr userDrawn="1"/>
        </p:nvSpPr>
        <p:spPr>
          <a:xfrm>
            <a:off x="2283315" y="3912307"/>
            <a:ext cx="7625370" cy="0"/>
          </a:xfrm>
          <a:prstGeom prst="line">
            <a:avLst/>
          </a:prstGeom>
          <a:ln w="123825" cap="flat">
            <a:gradFill>
              <a:gsLst>
                <a:gs pos="0">
                  <a:srgbClr val="4460DF">
                    <a:alpha val="100000"/>
                  </a:srgbClr>
                </a:gs>
                <a:gs pos="33333">
                  <a:srgbClr val="55BECD">
                    <a:alpha val="95500"/>
                  </a:srgbClr>
                </a:gs>
                <a:gs pos="66667">
                  <a:srgbClr val="835F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15" name="Freeform 17">
            <a:extLst>
              <a:ext uri="{FF2B5EF4-FFF2-40B4-BE49-F238E27FC236}">
                <a16:creationId xmlns:a16="http://schemas.microsoft.com/office/drawing/2014/main" id="{22970FB3-78B9-6028-9919-1014E94084A2}"/>
              </a:ext>
            </a:extLst>
          </p:cNvPr>
          <p:cNvSpPr/>
          <p:nvPr userDrawn="1"/>
        </p:nvSpPr>
        <p:spPr>
          <a:xfrm>
            <a:off x="10532557" y="126598"/>
            <a:ext cx="1473200" cy="559202"/>
          </a:xfrm>
          <a:custGeom>
            <a:avLst/>
            <a:gdLst/>
            <a:ahLst/>
            <a:cxnLst/>
            <a:rect l="l" t="t" r="r" b="b"/>
            <a:pathLst>
              <a:path w="2209800" h="838803">
                <a:moveTo>
                  <a:pt x="0" y="0"/>
                </a:moveTo>
                <a:lnTo>
                  <a:pt x="2209800" y="0"/>
                </a:lnTo>
                <a:lnTo>
                  <a:pt x="2209800" y="838803"/>
                </a:lnTo>
                <a:lnTo>
                  <a:pt x="0" y="838803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ja-JP" altLang="en-US" sz="1200"/>
          </a:p>
        </p:txBody>
      </p:sp>
      <p:sp>
        <p:nvSpPr>
          <p:cNvPr id="17" name="タイトル 1">
            <a:extLst>
              <a:ext uri="{FF2B5EF4-FFF2-40B4-BE49-F238E27FC236}">
                <a16:creationId xmlns:a16="http://schemas.microsoft.com/office/drawing/2014/main" id="{C95E5D66-7A28-F4A4-4163-C3CF4CE8A63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522" y="3115390"/>
            <a:ext cx="7634958" cy="627221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0" name="テキスト プレースホルダー 2">
            <a:extLst>
              <a:ext uri="{FF2B5EF4-FFF2-40B4-BE49-F238E27FC236}">
                <a16:creationId xmlns:a16="http://schemas.microsoft.com/office/drawing/2014/main" id="{7505B7B6-E1A1-DFBC-2DB7-139E34163B40}"/>
              </a:ext>
            </a:extLst>
          </p:cNvPr>
          <p:cNvSpPr>
            <a:spLocks noGrp="1"/>
          </p:cNvSpPr>
          <p:nvPr>
            <p:ph type="body" idx="10"/>
          </p:nvPr>
        </p:nvSpPr>
        <p:spPr>
          <a:xfrm>
            <a:off x="6566427" y="4099997"/>
            <a:ext cx="3342258" cy="1047737"/>
          </a:xfrm>
          <a:prstGeom prst="rect">
            <a:avLst/>
          </a:prstGeom>
        </p:spPr>
        <p:txBody>
          <a:bodyPr/>
          <a:lstStyle>
            <a:lvl1pPr marL="0" indent="0" algn="r">
              <a:buNone/>
              <a:defRPr sz="20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304815" indent="0">
              <a:buNone/>
              <a:defRPr sz="1333">
                <a:solidFill>
                  <a:schemeClr val="tx1">
                    <a:tint val="82000"/>
                  </a:schemeClr>
                </a:solidFill>
              </a:defRPr>
            </a:lvl2pPr>
            <a:lvl3pPr marL="60963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3pPr>
            <a:lvl4pPr marL="91444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4pPr>
            <a:lvl5pPr marL="121926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5pPr>
            <a:lvl6pPr marL="152407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6pPr>
            <a:lvl7pPr marL="182889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7pPr>
            <a:lvl8pPr marL="2133707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8pPr>
            <a:lvl9pPr marL="2438522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" name="正方形/長方形 1">
            <a:extLst>
              <a:ext uri="{FF2B5EF4-FFF2-40B4-BE49-F238E27FC236}">
                <a16:creationId xmlns:a16="http://schemas.microsoft.com/office/drawing/2014/main" id="{A052E466-E5A2-FBA5-9B6A-50A0B73F79EF}"/>
              </a:ext>
            </a:extLst>
          </p:cNvPr>
          <p:cNvSpPr/>
          <p:nvPr userDrawn="1"/>
        </p:nvSpPr>
        <p:spPr>
          <a:xfrm>
            <a:off x="235712" y="254001"/>
            <a:ext cx="1198255" cy="431799"/>
          </a:xfrm>
          <a:prstGeom prst="rect">
            <a:avLst/>
          </a:prstGeom>
          <a:noFill/>
          <a:ln w="44450"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1600" b="1">
                <a:solidFill>
                  <a:srgbClr val="FF0000"/>
                </a:solidFill>
                <a:latin typeface="Meiryo UI" panose="020B0604030504040204" pitchFamily="50" charset="-128"/>
                <a:ea typeface="Meiryo UI" panose="020B0604030504040204" pitchFamily="50" charset="-128"/>
              </a:rPr>
              <a:t>関係者秘</a:t>
            </a:r>
          </a:p>
        </p:txBody>
      </p:sp>
      <p:sp>
        <p:nvSpPr>
          <p:cNvPr id="3" name="TextBox 11">
            <a:extLst>
              <a:ext uri="{FF2B5EF4-FFF2-40B4-BE49-F238E27FC236}">
                <a16:creationId xmlns:a16="http://schemas.microsoft.com/office/drawing/2014/main" id="{BD828F4A-6B69-2A0A-E3CE-78CCC5B6FBB4}"/>
              </a:ext>
            </a:extLst>
          </p:cNvPr>
          <p:cNvSpPr txBox="1"/>
          <p:nvPr userDrawn="1"/>
        </p:nvSpPr>
        <p:spPr>
          <a:xfrm>
            <a:off x="348672" y="6478842"/>
            <a:ext cx="1926578" cy="222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0">
                <a:solidFill>
                  <a:srgbClr val="545454"/>
                </a:solidFill>
                <a:latin typeface="Noto Sans JP"/>
                <a:ea typeface="Noto Sans JP Bold"/>
                <a:cs typeface="Noto Sans JP Bold"/>
                <a:sym typeface="Noto Sans JP Bold"/>
              </a:rPr>
              <a:t>Gopal Confidential</a:t>
            </a:r>
            <a:endParaRPr lang="en-US" sz="1400" b="0">
              <a:solidFill>
                <a:srgbClr val="545454"/>
              </a:solidFill>
              <a:latin typeface="Noto Sans JP"/>
              <a:ea typeface="Noto Sans JP Bold"/>
              <a:cs typeface="Noto Sans JP Bold"/>
            </a:endParaRPr>
          </a:p>
        </p:txBody>
      </p:sp>
      <p:sp>
        <p:nvSpPr>
          <p:cNvPr id="4" name="TextBox 12">
            <a:extLst>
              <a:ext uri="{FF2B5EF4-FFF2-40B4-BE49-F238E27FC236}">
                <a16:creationId xmlns:a16="http://schemas.microsoft.com/office/drawing/2014/main" id="{1297A563-B300-C6DE-8DA7-A770057CB88E}"/>
              </a:ext>
            </a:extLst>
          </p:cNvPr>
          <p:cNvSpPr txBox="1"/>
          <p:nvPr userDrawn="1"/>
        </p:nvSpPr>
        <p:spPr>
          <a:xfrm>
            <a:off x="7617986" y="6509398"/>
            <a:ext cx="3851120" cy="206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650"/>
              </a:lnSpc>
            </a:pPr>
            <a:r>
              <a:rPr lang="en-US" sz="1400" b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ⒸGopal Co., Ltd. 202</a:t>
            </a:r>
            <a:r>
              <a:rPr lang="en-US" altLang="ja-JP" sz="1400" b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6</a:t>
            </a:r>
            <a:r>
              <a:rPr lang="en-US" sz="1400" b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. All rights reserved.</a:t>
            </a:r>
          </a:p>
        </p:txBody>
      </p:sp>
      <p:sp>
        <p:nvSpPr>
          <p:cNvPr id="5" name="TextBox 13">
            <a:extLst>
              <a:ext uri="{FF2B5EF4-FFF2-40B4-BE49-F238E27FC236}">
                <a16:creationId xmlns:a16="http://schemas.microsoft.com/office/drawing/2014/main" id="{FDF57390-48BD-BAAD-57EF-53AA9C7CDECE}"/>
              </a:ext>
            </a:extLst>
          </p:cNvPr>
          <p:cNvSpPr txBox="1"/>
          <p:nvPr userDrawn="1"/>
        </p:nvSpPr>
        <p:spPr>
          <a:xfrm>
            <a:off x="11381459" y="6500889"/>
            <a:ext cx="461869" cy="215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fld id="{B6F15528-21DE-4FAA-801E-634DDDAF4B2B}" type="slidenum">
              <a:rPr lang="en-US" altLang="ja-JP" sz="1400" b="0" kern="1200" smtClean="0">
                <a:solidFill>
                  <a:srgbClr val="545454"/>
                </a:solidFill>
                <a:latin typeface="Noto Sans JP"/>
                <a:ea typeface="Noto Sans JP"/>
              </a:rPr>
              <a:pPr algn="r"/>
              <a:t>‹#›</a:t>
            </a:fld>
            <a:endParaRPr lang="en-US" altLang="ja-JP" sz="1400" b="0" kern="1200">
              <a:solidFill>
                <a:srgbClr val="545454"/>
              </a:solidFill>
              <a:latin typeface="Noto Sans JP"/>
              <a:ea typeface="Noto Sans JP"/>
            </a:endParaRPr>
          </a:p>
        </p:txBody>
      </p:sp>
    </p:spTree>
    <p:extLst>
      <p:ext uri="{BB962C8B-B14F-4D97-AF65-F5344CB8AC3E}">
        <p14:creationId xmlns:p14="http://schemas.microsoft.com/office/powerpoint/2010/main" val="1221597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" name="Group 2">
            <a:extLst>
              <a:ext uri="{FF2B5EF4-FFF2-40B4-BE49-F238E27FC236}">
                <a16:creationId xmlns:a16="http://schemas.microsoft.com/office/drawing/2014/main" id="{7B3356AD-D55D-9B2F-8F99-635D1BF00385}"/>
              </a:ext>
            </a:extLst>
          </p:cNvPr>
          <p:cNvGrpSpPr>
            <a:grpSpLocks noChangeAspect="1"/>
          </p:cNvGrpSpPr>
          <p:nvPr userDrawn="1"/>
        </p:nvGrpSpPr>
        <p:grpSpPr>
          <a:xfrm rot="-8232660">
            <a:off x="320529" y="-2447042"/>
            <a:ext cx="4818869" cy="6089491"/>
            <a:chOff x="0" y="0"/>
            <a:chExt cx="9637738" cy="12178982"/>
          </a:xfrm>
        </p:grpSpPr>
        <p:sp>
          <p:nvSpPr>
            <p:cNvPr id="19" name="Freeform 3">
              <a:extLst>
                <a:ext uri="{FF2B5EF4-FFF2-40B4-BE49-F238E27FC236}">
                  <a16:creationId xmlns:a16="http://schemas.microsoft.com/office/drawing/2014/main" id="{BC7DD35B-0359-DDC1-3503-13B7F0A28D84}"/>
                </a:ext>
              </a:extLst>
            </p:cNvPr>
            <p:cNvSpPr/>
            <p:nvPr/>
          </p:nvSpPr>
          <p:spPr>
            <a:xfrm>
              <a:off x="0" y="0"/>
              <a:ext cx="9637776" cy="12178919"/>
            </a:xfrm>
            <a:custGeom>
              <a:avLst/>
              <a:gdLst/>
              <a:ahLst/>
              <a:cxnLst/>
              <a:rect l="l" t="t" r="r" b="b"/>
              <a:pathLst>
                <a:path w="9637776" h="12178919">
                  <a:moveTo>
                    <a:pt x="9637776" y="3257804"/>
                  </a:moveTo>
                  <a:lnTo>
                    <a:pt x="6850126" y="246380"/>
                  </a:lnTo>
                  <a:lnTo>
                    <a:pt x="470281" y="0"/>
                  </a:lnTo>
                  <a:lnTo>
                    <a:pt x="0" y="12178919"/>
                  </a:lnTo>
                  <a:close/>
                </a:path>
              </a:pathLst>
            </a:custGeom>
            <a:blipFill>
              <a:blip r:embed="rId2">
                <a:alphaModFix amt="15000"/>
              </a:blip>
              <a:stretch>
                <a:fillRect l="-13799" t="-390" r="-70796" b="-26255"/>
              </a:stretch>
            </a:blipFill>
          </p:spPr>
          <p:txBody>
            <a:bodyPr/>
            <a:lstStyle/>
            <a:p>
              <a:endParaRPr lang="ja-JP" altLang="en-US" sz="1200"/>
            </a:p>
          </p:txBody>
        </p:sp>
      </p:grpSp>
      <p:grpSp>
        <p:nvGrpSpPr>
          <p:cNvPr id="20" name="Group 4">
            <a:extLst>
              <a:ext uri="{FF2B5EF4-FFF2-40B4-BE49-F238E27FC236}">
                <a16:creationId xmlns:a16="http://schemas.microsoft.com/office/drawing/2014/main" id="{FB2EBD36-3F54-2C01-FF8F-1A33AF0A07B3}"/>
              </a:ext>
            </a:extLst>
          </p:cNvPr>
          <p:cNvGrpSpPr>
            <a:grpSpLocks noChangeAspect="1"/>
          </p:cNvGrpSpPr>
          <p:nvPr userDrawn="1"/>
        </p:nvGrpSpPr>
        <p:grpSpPr>
          <a:xfrm rot="8196480">
            <a:off x="-149288" y="3489154"/>
            <a:ext cx="3166510" cy="5162010"/>
            <a:chOff x="0" y="0"/>
            <a:chExt cx="6333020" cy="10324020"/>
          </a:xfrm>
        </p:grpSpPr>
        <p:sp>
          <p:nvSpPr>
            <p:cNvPr id="21" name="Freeform 5">
              <a:extLst>
                <a:ext uri="{FF2B5EF4-FFF2-40B4-BE49-F238E27FC236}">
                  <a16:creationId xmlns:a16="http://schemas.microsoft.com/office/drawing/2014/main" id="{526C3D23-6CF7-CBE0-5446-4E2FA97EEA4B}"/>
                </a:ext>
              </a:extLst>
            </p:cNvPr>
            <p:cNvSpPr/>
            <p:nvPr/>
          </p:nvSpPr>
          <p:spPr>
            <a:xfrm>
              <a:off x="0" y="0"/>
              <a:ext cx="6332982" cy="10323957"/>
            </a:xfrm>
            <a:custGeom>
              <a:avLst/>
              <a:gdLst/>
              <a:ahLst/>
              <a:cxnLst/>
              <a:rect l="l" t="t" r="r" b="b"/>
              <a:pathLst>
                <a:path w="6332982" h="10323957">
                  <a:moveTo>
                    <a:pt x="289687" y="10323957"/>
                  </a:moveTo>
                  <a:lnTo>
                    <a:pt x="2286000" y="10267950"/>
                  </a:lnTo>
                  <a:lnTo>
                    <a:pt x="6332982" y="5987288"/>
                  </a:lnTo>
                  <a:lnTo>
                    <a:pt x="0" y="0"/>
                  </a:lnTo>
                  <a:lnTo>
                    <a:pt x="289687" y="10323957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16306" t="-18469" r="-107653" b="-269"/>
              </a:stretch>
            </a:blipFill>
          </p:spPr>
          <p:txBody>
            <a:bodyPr/>
            <a:lstStyle/>
            <a:p>
              <a:endParaRPr lang="ja-JP" altLang="en-US" sz="1200"/>
            </a:p>
          </p:txBody>
        </p:sp>
      </p:grpSp>
      <p:grpSp>
        <p:nvGrpSpPr>
          <p:cNvPr id="22" name="Group 6">
            <a:extLst>
              <a:ext uri="{FF2B5EF4-FFF2-40B4-BE49-F238E27FC236}">
                <a16:creationId xmlns:a16="http://schemas.microsoft.com/office/drawing/2014/main" id="{3A5456A3-E4CD-079B-984F-A71B316FF9E9}"/>
              </a:ext>
            </a:extLst>
          </p:cNvPr>
          <p:cNvGrpSpPr/>
          <p:nvPr userDrawn="1"/>
        </p:nvGrpSpPr>
        <p:grpSpPr>
          <a:xfrm>
            <a:off x="129533" y="112960"/>
            <a:ext cx="111699" cy="471240"/>
            <a:chOff x="0" y="0"/>
            <a:chExt cx="44128" cy="186169"/>
          </a:xfrm>
        </p:grpSpPr>
        <p:sp>
          <p:nvSpPr>
            <p:cNvPr id="23" name="Freeform 7">
              <a:extLst>
                <a:ext uri="{FF2B5EF4-FFF2-40B4-BE49-F238E27FC236}">
                  <a16:creationId xmlns:a16="http://schemas.microsoft.com/office/drawing/2014/main" id="{CDACBAE2-E83E-077A-C3BA-56BB950637E3}"/>
                </a:ext>
              </a:extLst>
            </p:cNvPr>
            <p:cNvSpPr/>
            <p:nvPr/>
          </p:nvSpPr>
          <p:spPr>
            <a:xfrm>
              <a:off x="0" y="0"/>
              <a:ext cx="44128" cy="186169"/>
            </a:xfrm>
            <a:custGeom>
              <a:avLst/>
              <a:gdLst/>
              <a:ahLst/>
              <a:cxnLst/>
              <a:rect l="l" t="t" r="r" b="b"/>
              <a:pathLst>
                <a:path w="44128" h="186169">
                  <a:moveTo>
                    <a:pt x="0" y="0"/>
                  </a:moveTo>
                  <a:lnTo>
                    <a:pt x="44128" y="0"/>
                  </a:lnTo>
                  <a:lnTo>
                    <a:pt x="44128" y="186169"/>
                  </a:lnTo>
                  <a:lnTo>
                    <a:pt x="0" y="186169"/>
                  </a:lnTo>
                  <a:close/>
                </a:path>
              </a:pathLst>
            </a:custGeom>
            <a:solidFill>
              <a:srgbClr val="737373"/>
            </a:solidFill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24" name="TextBox 8">
              <a:extLst>
                <a:ext uri="{FF2B5EF4-FFF2-40B4-BE49-F238E27FC236}">
                  <a16:creationId xmlns:a16="http://schemas.microsoft.com/office/drawing/2014/main" id="{C85CE811-6127-3120-C11D-1707DDB68A49}"/>
                </a:ext>
              </a:extLst>
            </p:cNvPr>
            <p:cNvSpPr txBox="1"/>
            <p:nvPr/>
          </p:nvSpPr>
          <p:spPr>
            <a:xfrm>
              <a:off x="0" y="-47625"/>
              <a:ext cx="44128" cy="233794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25" name="AutoShape 9">
            <a:extLst>
              <a:ext uri="{FF2B5EF4-FFF2-40B4-BE49-F238E27FC236}">
                <a16:creationId xmlns:a16="http://schemas.microsoft.com/office/drawing/2014/main" id="{E6FF36D6-9C9F-8366-38C2-26B12772C7E1}"/>
              </a:ext>
            </a:extLst>
          </p:cNvPr>
          <p:cNvSpPr/>
          <p:nvPr userDrawn="1"/>
        </p:nvSpPr>
        <p:spPr>
          <a:xfrm>
            <a:off x="0" y="723900"/>
            <a:ext cx="12192000" cy="0"/>
          </a:xfrm>
          <a:prstGeom prst="line">
            <a:avLst/>
          </a:prstGeom>
          <a:ln w="47625" cap="flat">
            <a:gradFill>
              <a:gsLst>
                <a:gs pos="0">
                  <a:srgbClr val="4460DF">
                    <a:alpha val="100000"/>
                  </a:srgbClr>
                </a:gs>
                <a:gs pos="33333">
                  <a:srgbClr val="55BECD">
                    <a:alpha val="95500"/>
                  </a:srgbClr>
                </a:gs>
                <a:gs pos="66667">
                  <a:srgbClr val="835FFF">
                    <a:alpha val="100000"/>
                  </a:srgbClr>
                </a:gs>
                <a:gs pos="100000">
                  <a:srgbClr val="FF66C4">
                    <a:alpha val="100000"/>
                  </a:srgbClr>
                </a:gs>
              </a:gsLst>
              <a:lin ang="0"/>
            </a:gradFill>
            <a:prstDash val="solid"/>
            <a:headEnd type="none" w="sm" len="sm"/>
            <a:tailEnd type="none" w="sm" len="sm"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26" name="Freeform 10">
            <a:extLst>
              <a:ext uri="{FF2B5EF4-FFF2-40B4-BE49-F238E27FC236}">
                <a16:creationId xmlns:a16="http://schemas.microsoft.com/office/drawing/2014/main" id="{58538464-14BF-0206-1642-6A6E521D240D}"/>
              </a:ext>
            </a:extLst>
          </p:cNvPr>
          <p:cNvSpPr/>
          <p:nvPr userDrawn="1"/>
        </p:nvSpPr>
        <p:spPr>
          <a:xfrm>
            <a:off x="10797554" y="141825"/>
            <a:ext cx="1225089" cy="465023"/>
          </a:xfrm>
          <a:custGeom>
            <a:avLst/>
            <a:gdLst/>
            <a:ahLst/>
            <a:cxnLst/>
            <a:rect l="l" t="t" r="r" b="b"/>
            <a:pathLst>
              <a:path w="1837634" h="697535">
                <a:moveTo>
                  <a:pt x="0" y="0"/>
                </a:moveTo>
                <a:lnTo>
                  <a:pt x="1837634" y="0"/>
                </a:lnTo>
                <a:lnTo>
                  <a:pt x="1837634" y="697535"/>
                </a:lnTo>
                <a:lnTo>
                  <a:pt x="0" y="697535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/>
            </a:stretch>
          </a:blipFill>
        </p:spPr>
        <p:txBody>
          <a:bodyPr/>
          <a:lstStyle/>
          <a:p>
            <a:endParaRPr lang="ja-JP" altLang="en-US" sz="1200"/>
          </a:p>
        </p:txBody>
      </p:sp>
      <p:sp>
        <p:nvSpPr>
          <p:cNvPr id="30" name="タイトル 1">
            <a:extLst>
              <a:ext uri="{FF2B5EF4-FFF2-40B4-BE49-F238E27FC236}">
                <a16:creationId xmlns:a16="http://schemas.microsoft.com/office/drawing/2014/main" id="{EBFC680D-F181-2CEA-5E26-E14ED5230D5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348673" y="112960"/>
            <a:ext cx="10344727" cy="471240"/>
          </a:xfrm>
          <a:prstGeom prst="rect">
            <a:avLst/>
          </a:prstGeom>
        </p:spPr>
        <p:txBody>
          <a:bodyPr anchor="ctr"/>
          <a:lstStyle>
            <a:lvl1pPr>
              <a:defRPr sz="28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1" name="テキスト プレースホルダー 2">
            <a:extLst>
              <a:ext uri="{FF2B5EF4-FFF2-40B4-BE49-F238E27FC236}">
                <a16:creationId xmlns:a16="http://schemas.microsoft.com/office/drawing/2014/main" id="{8C09861C-5295-F52A-1C2C-EEF8E4157CC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348672" y="855134"/>
            <a:ext cx="11494656" cy="5556850"/>
          </a:xfrm>
          <a:prstGeom prst="rect">
            <a:avLst/>
          </a:prstGeom>
        </p:spPr>
        <p:txBody>
          <a:bodyPr/>
          <a:lstStyle>
            <a:lvl1pPr marL="0" indent="0">
              <a:buNone/>
              <a:defRPr sz="1600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  <a:lvl2pPr marL="304815" indent="0">
              <a:buNone/>
              <a:defRPr sz="1333">
                <a:solidFill>
                  <a:schemeClr val="tx1">
                    <a:tint val="82000"/>
                  </a:schemeClr>
                </a:solidFill>
              </a:defRPr>
            </a:lvl2pPr>
            <a:lvl3pPr marL="609630" indent="0">
              <a:buNone/>
              <a:defRPr sz="1200">
                <a:solidFill>
                  <a:schemeClr val="tx1">
                    <a:tint val="82000"/>
                  </a:schemeClr>
                </a:solidFill>
              </a:defRPr>
            </a:lvl3pPr>
            <a:lvl4pPr marL="91444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4pPr>
            <a:lvl5pPr marL="121926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5pPr>
            <a:lvl6pPr marL="1524076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6pPr>
            <a:lvl7pPr marL="1828891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7pPr>
            <a:lvl8pPr marL="2133707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8pPr>
            <a:lvl9pPr marL="2438522" indent="0">
              <a:buNone/>
              <a:defRPr sz="106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9DE11C5F-EE92-8048-1688-48A77E46BEC4}"/>
              </a:ext>
            </a:extLst>
          </p:cNvPr>
          <p:cNvSpPr txBox="1"/>
          <p:nvPr userDrawn="1"/>
        </p:nvSpPr>
        <p:spPr>
          <a:xfrm>
            <a:off x="348672" y="6478842"/>
            <a:ext cx="1926578" cy="222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0">
                <a:solidFill>
                  <a:srgbClr val="545454"/>
                </a:solidFill>
                <a:latin typeface="Noto Sans JP"/>
                <a:ea typeface="Noto Sans JP Bold"/>
                <a:cs typeface="Noto Sans JP Bold"/>
                <a:sym typeface="Noto Sans JP Bold"/>
              </a:rPr>
              <a:t>Gopal Confidential</a:t>
            </a:r>
            <a:endParaRPr lang="en-US" sz="1400" b="0">
              <a:solidFill>
                <a:srgbClr val="545454"/>
              </a:solidFill>
              <a:latin typeface="Noto Sans JP"/>
              <a:ea typeface="Noto Sans JP Bold"/>
              <a:cs typeface="Noto Sans JP Bold"/>
            </a:endParaRP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370CEC26-D75C-C611-84B3-22C56F6BDD14}"/>
              </a:ext>
            </a:extLst>
          </p:cNvPr>
          <p:cNvSpPr txBox="1"/>
          <p:nvPr userDrawn="1"/>
        </p:nvSpPr>
        <p:spPr>
          <a:xfrm>
            <a:off x="7617986" y="6509398"/>
            <a:ext cx="3851120" cy="206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650"/>
              </a:lnSpc>
            </a:pPr>
            <a:r>
              <a:rPr lang="en-US" sz="1400" b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ⒸGopal Co., Ltd. 202</a:t>
            </a:r>
            <a:r>
              <a:rPr lang="en-US" altLang="ja-JP" sz="1400" b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6</a:t>
            </a:r>
            <a:r>
              <a:rPr lang="en-US" sz="1400" b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. All rights reserved.</a:t>
            </a:r>
          </a:p>
        </p:txBody>
      </p:sp>
      <p:sp>
        <p:nvSpPr>
          <p:cNvPr id="4" name="TextBox 13">
            <a:extLst>
              <a:ext uri="{FF2B5EF4-FFF2-40B4-BE49-F238E27FC236}">
                <a16:creationId xmlns:a16="http://schemas.microsoft.com/office/drawing/2014/main" id="{569DF34D-AF43-D844-BA50-8479BC93CF79}"/>
              </a:ext>
            </a:extLst>
          </p:cNvPr>
          <p:cNvSpPr txBox="1"/>
          <p:nvPr userDrawn="1"/>
        </p:nvSpPr>
        <p:spPr>
          <a:xfrm>
            <a:off x="11381459" y="6500889"/>
            <a:ext cx="461869" cy="215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fld id="{B6F15528-21DE-4FAA-801E-634DDDAF4B2B}" type="slidenum">
              <a:rPr lang="en-US" altLang="ja-JP" sz="1400" b="0" kern="1200" smtClean="0">
                <a:solidFill>
                  <a:srgbClr val="545454"/>
                </a:solidFill>
                <a:latin typeface="Noto Sans JP"/>
                <a:ea typeface="Noto Sans JP"/>
              </a:rPr>
              <a:pPr algn="r"/>
              <a:t>‹#›</a:t>
            </a:fld>
            <a:endParaRPr lang="en-US" altLang="ja-JP" sz="1400" b="0" kern="1200">
              <a:solidFill>
                <a:srgbClr val="545454"/>
              </a:solidFill>
              <a:latin typeface="Noto Sans JP"/>
              <a:ea typeface="Noto Sans JP"/>
            </a:endParaRPr>
          </a:p>
        </p:txBody>
      </p:sp>
    </p:spTree>
    <p:extLst>
      <p:ext uri="{BB962C8B-B14F-4D97-AF65-F5344CB8AC3E}">
        <p14:creationId xmlns:p14="http://schemas.microsoft.com/office/powerpoint/2010/main" val="53077248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ユーザー設定レイアウ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6" name="Group 2">
            <a:extLst>
              <a:ext uri="{FF2B5EF4-FFF2-40B4-BE49-F238E27FC236}">
                <a16:creationId xmlns:a16="http://schemas.microsoft.com/office/drawing/2014/main" id="{E00B2FFB-046E-B2C5-1BC0-18983FF0FC26}"/>
              </a:ext>
            </a:extLst>
          </p:cNvPr>
          <p:cNvGrpSpPr/>
          <p:nvPr userDrawn="1"/>
        </p:nvGrpSpPr>
        <p:grpSpPr>
          <a:xfrm>
            <a:off x="1" y="1"/>
            <a:ext cx="12192000" cy="6858000"/>
            <a:chOff x="0" y="0"/>
            <a:chExt cx="4957720" cy="3976714"/>
          </a:xfrm>
        </p:grpSpPr>
        <p:sp>
          <p:nvSpPr>
            <p:cNvPr id="7" name="Freeform 3">
              <a:extLst>
                <a:ext uri="{FF2B5EF4-FFF2-40B4-BE49-F238E27FC236}">
                  <a16:creationId xmlns:a16="http://schemas.microsoft.com/office/drawing/2014/main" id="{98A4124F-444C-B07B-8C71-34F504A6EF4F}"/>
                </a:ext>
              </a:extLst>
            </p:cNvPr>
            <p:cNvSpPr/>
            <p:nvPr/>
          </p:nvSpPr>
          <p:spPr>
            <a:xfrm>
              <a:off x="0" y="0"/>
              <a:ext cx="4957720" cy="3976714"/>
            </a:xfrm>
            <a:custGeom>
              <a:avLst/>
              <a:gdLst/>
              <a:ahLst/>
              <a:cxnLst/>
              <a:rect l="l" t="t" r="r" b="b"/>
              <a:pathLst>
                <a:path w="4957720" h="3976714">
                  <a:moveTo>
                    <a:pt x="0" y="0"/>
                  </a:moveTo>
                  <a:lnTo>
                    <a:pt x="4957720" y="0"/>
                  </a:lnTo>
                  <a:lnTo>
                    <a:pt x="4957720" y="3976714"/>
                  </a:lnTo>
                  <a:lnTo>
                    <a:pt x="0" y="3976714"/>
                  </a:lnTo>
                  <a:close/>
                </a:path>
              </a:pathLst>
            </a:custGeom>
            <a:gradFill rotWithShape="1">
              <a:gsLst>
                <a:gs pos="0">
                  <a:srgbClr val="4460DF">
                    <a:alpha val="10000"/>
                  </a:srgbClr>
                </a:gs>
                <a:gs pos="33333">
                  <a:srgbClr val="55BECD">
                    <a:alpha val="9550"/>
                  </a:srgbClr>
                </a:gs>
                <a:gs pos="66667">
                  <a:srgbClr val="835FFF">
                    <a:alpha val="10000"/>
                  </a:srgbClr>
                </a:gs>
                <a:gs pos="100000">
                  <a:srgbClr val="FF66C4">
                    <a:alpha val="10000"/>
                  </a:srgbClr>
                </a:gs>
              </a:gsLst>
              <a:lin ang="0"/>
            </a:gradFill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8" name="TextBox 4">
              <a:extLst>
                <a:ext uri="{FF2B5EF4-FFF2-40B4-BE49-F238E27FC236}">
                  <a16:creationId xmlns:a16="http://schemas.microsoft.com/office/drawing/2014/main" id="{4D47CBF6-EFCA-52DA-B05C-B7D51380E448}"/>
                </a:ext>
              </a:extLst>
            </p:cNvPr>
            <p:cNvSpPr txBox="1"/>
            <p:nvPr/>
          </p:nvSpPr>
          <p:spPr>
            <a:xfrm>
              <a:off x="0" y="9525"/>
              <a:ext cx="4957720" cy="3967189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650"/>
                </a:lnSpc>
              </a:pPr>
              <a:endParaRPr sz="1200"/>
            </a:p>
          </p:txBody>
        </p:sp>
      </p:grpSp>
      <p:grpSp>
        <p:nvGrpSpPr>
          <p:cNvPr id="9" name="Group 5">
            <a:extLst>
              <a:ext uri="{FF2B5EF4-FFF2-40B4-BE49-F238E27FC236}">
                <a16:creationId xmlns:a16="http://schemas.microsoft.com/office/drawing/2014/main" id="{A133DE25-D836-8A96-0AC4-C05EFFC09FDB}"/>
              </a:ext>
            </a:extLst>
          </p:cNvPr>
          <p:cNvGrpSpPr>
            <a:grpSpLocks noChangeAspect="1"/>
          </p:cNvGrpSpPr>
          <p:nvPr userDrawn="1"/>
        </p:nvGrpSpPr>
        <p:grpSpPr>
          <a:xfrm rot="-8232660">
            <a:off x="496773" y="-2945600"/>
            <a:ext cx="5882069" cy="7122331"/>
            <a:chOff x="0" y="0"/>
            <a:chExt cx="11764137" cy="14244663"/>
          </a:xfrm>
        </p:grpSpPr>
        <p:sp>
          <p:nvSpPr>
            <p:cNvPr id="10" name="Freeform 6">
              <a:extLst>
                <a:ext uri="{FF2B5EF4-FFF2-40B4-BE49-F238E27FC236}">
                  <a16:creationId xmlns:a16="http://schemas.microsoft.com/office/drawing/2014/main" id="{95F80635-B023-2122-227A-614BA3C1036E}"/>
                </a:ext>
              </a:extLst>
            </p:cNvPr>
            <p:cNvSpPr/>
            <p:nvPr/>
          </p:nvSpPr>
          <p:spPr>
            <a:xfrm>
              <a:off x="0" y="0"/>
              <a:ext cx="11764137" cy="14244701"/>
            </a:xfrm>
            <a:custGeom>
              <a:avLst/>
              <a:gdLst/>
              <a:ahLst/>
              <a:cxnLst/>
              <a:rect l="l" t="t" r="r" b="b"/>
              <a:pathLst>
                <a:path w="11764137" h="14244701">
                  <a:moveTo>
                    <a:pt x="11764137" y="3355213"/>
                  </a:moveTo>
                  <a:lnTo>
                    <a:pt x="8958961" y="324739"/>
                  </a:lnTo>
                  <a:lnTo>
                    <a:pt x="550037" y="0"/>
                  </a:lnTo>
                  <a:lnTo>
                    <a:pt x="0" y="14244701"/>
                  </a:lnTo>
                  <a:close/>
                </a:path>
              </a:pathLst>
            </a:custGeom>
            <a:blipFill>
              <a:blip r:embed="rId2">
                <a:alphaModFix amt="15000"/>
              </a:blip>
              <a:stretch>
                <a:fillRect l="-10627" t="-333" r="-40603" b="-7945"/>
              </a:stretch>
            </a:blipFill>
          </p:spPr>
          <p:txBody>
            <a:bodyPr/>
            <a:lstStyle/>
            <a:p>
              <a:endParaRPr lang="ja-JP" altLang="en-US" sz="1200"/>
            </a:p>
          </p:txBody>
        </p:sp>
      </p:grpSp>
      <p:grpSp>
        <p:nvGrpSpPr>
          <p:cNvPr id="11" name="Group 8">
            <a:extLst>
              <a:ext uri="{FF2B5EF4-FFF2-40B4-BE49-F238E27FC236}">
                <a16:creationId xmlns:a16="http://schemas.microsoft.com/office/drawing/2014/main" id="{076AB430-91B9-5FB1-4FAF-7924E23DFBF6}"/>
              </a:ext>
            </a:extLst>
          </p:cNvPr>
          <p:cNvGrpSpPr>
            <a:grpSpLocks noChangeAspect="1"/>
          </p:cNvGrpSpPr>
          <p:nvPr userDrawn="1"/>
        </p:nvGrpSpPr>
        <p:grpSpPr>
          <a:xfrm rot="8196480">
            <a:off x="-149288" y="3489154"/>
            <a:ext cx="3166510" cy="5162010"/>
            <a:chOff x="0" y="0"/>
            <a:chExt cx="6333020" cy="10324020"/>
          </a:xfrm>
        </p:grpSpPr>
        <p:sp>
          <p:nvSpPr>
            <p:cNvPr id="12" name="Freeform 9">
              <a:extLst>
                <a:ext uri="{FF2B5EF4-FFF2-40B4-BE49-F238E27FC236}">
                  <a16:creationId xmlns:a16="http://schemas.microsoft.com/office/drawing/2014/main" id="{6182D6B9-5898-B8A5-DC51-85AA9691DCCA}"/>
                </a:ext>
              </a:extLst>
            </p:cNvPr>
            <p:cNvSpPr/>
            <p:nvPr/>
          </p:nvSpPr>
          <p:spPr>
            <a:xfrm>
              <a:off x="0" y="0"/>
              <a:ext cx="6332982" cy="10323957"/>
            </a:xfrm>
            <a:custGeom>
              <a:avLst/>
              <a:gdLst/>
              <a:ahLst/>
              <a:cxnLst/>
              <a:rect l="l" t="t" r="r" b="b"/>
              <a:pathLst>
                <a:path w="6332982" h="10323957">
                  <a:moveTo>
                    <a:pt x="289687" y="10323957"/>
                  </a:moveTo>
                  <a:lnTo>
                    <a:pt x="2286000" y="10267950"/>
                  </a:lnTo>
                  <a:lnTo>
                    <a:pt x="6332982" y="5987288"/>
                  </a:lnTo>
                  <a:lnTo>
                    <a:pt x="0" y="0"/>
                  </a:lnTo>
                  <a:lnTo>
                    <a:pt x="289687" y="10323957"/>
                  </a:lnTo>
                  <a:close/>
                </a:path>
              </a:pathLst>
            </a:custGeom>
            <a:blipFill>
              <a:blip r:embed="rId2">
                <a:alphaModFix amt="25000"/>
              </a:blip>
              <a:stretch>
                <a:fillRect l="-16306" t="-18469" r="-107653" b="-269"/>
              </a:stretch>
            </a:blipFill>
          </p:spPr>
          <p:txBody>
            <a:bodyPr/>
            <a:lstStyle/>
            <a:p>
              <a:endParaRPr lang="ja-JP" altLang="en-US" sz="1200"/>
            </a:p>
          </p:txBody>
        </p:sp>
      </p:grpSp>
      <p:sp>
        <p:nvSpPr>
          <p:cNvPr id="13" name="Freeform 16">
            <a:extLst>
              <a:ext uri="{FF2B5EF4-FFF2-40B4-BE49-F238E27FC236}">
                <a16:creationId xmlns:a16="http://schemas.microsoft.com/office/drawing/2014/main" id="{18FFC105-2600-5EC1-0E26-9DFE95C39AB6}"/>
              </a:ext>
            </a:extLst>
          </p:cNvPr>
          <p:cNvSpPr/>
          <p:nvPr userDrawn="1"/>
        </p:nvSpPr>
        <p:spPr>
          <a:xfrm>
            <a:off x="9395204" y="232068"/>
            <a:ext cx="2812437" cy="6627039"/>
          </a:xfrm>
          <a:custGeom>
            <a:avLst/>
            <a:gdLst/>
            <a:ahLst/>
            <a:cxnLst/>
            <a:rect l="l" t="t" r="r" b="b"/>
            <a:pathLst>
              <a:path w="4218655" h="9940559">
                <a:moveTo>
                  <a:pt x="0" y="0"/>
                </a:moveTo>
                <a:lnTo>
                  <a:pt x="4218656" y="0"/>
                </a:lnTo>
                <a:lnTo>
                  <a:pt x="4218656" y="9940559"/>
                </a:lnTo>
                <a:lnTo>
                  <a:pt x="0" y="994055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r="-22616"/>
            </a:stretch>
          </a:blipFill>
        </p:spPr>
        <p:txBody>
          <a:bodyPr/>
          <a:lstStyle/>
          <a:p>
            <a:endParaRPr lang="ja-JP" altLang="en-US" sz="1200"/>
          </a:p>
        </p:txBody>
      </p:sp>
      <p:sp>
        <p:nvSpPr>
          <p:cNvPr id="14" name="Freeform 17">
            <a:extLst>
              <a:ext uri="{FF2B5EF4-FFF2-40B4-BE49-F238E27FC236}">
                <a16:creationId xmlns:a16="http://schemas.microsoft.com/office/drawing/2014/main" id="{649DAA33-1E27-7822-3D91-605BE00CCD0C}"/>
              </a:ext>
            </a:extLst>
          </p:cNvPr>
          <p:cNvSpPr/>
          <p:nvPr userDrawn="1"/>
        </p:nvSpPr>
        <p:spPr>
          <a:xfrm>
            <a:off x="10532557" y="126598"/>
            <a:ext cx="1473200" cy="559202"/>
          </a:xfrm>
          <a:custGeom>
            <a:avLst/>
            <a:gdLst/>
            <a:ahLst/>
            <a:cxnLst/>
            <a:rect l="l" t="t" r="r" b="b"/>
            <a:pathLst>
              <a:path w="2209800" h="838803">
                <a:moveTo>
                  <a:pt x="0" y="0"/>
                </a:moveTo>
                <a:lnTo>
                  <a:pt x="2209800" y="0"/>
                </a:lnTo>
                <a:lnTo>
                  <a:pt x="2209800" y="838803"/>
                </a:lnTo>
                <a:lnTo>
                  <a:pt x="0" y="838803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/>
            </a:stretch>
          </a:blipFill>
        </p:spPr>
        <p:txBody>
          <a:bodyPr/>
          <a:lstStyle/>
          <a:p>
            <a:endParaRPr lang="ja-JP" altLang="en-US" sz="1200"/>
          </a:p>
        </p:txBody>
      </p:sp>
      <p:sp>
        <p:nvSpPr>
          <p:cNvPr id="15" name="Freeform 19">
            <a:extLst>
              <a:ext uri="{FF2B5EF4-FFF2-40B4-BE49-F238E27FC236}">
                <a16:creationId xmlns:a16="http://schemas.microsoft.com/office/drawing/2014/main" id="{A76073C2-FA84-0EAE-B028-4C4673E530EE}"/>
              </a:ext>
            </a:extLst>
          </p:cNvPr>
          <p:cNvSpPr/>
          <p:nvPr userDrawn="1"/>
        </p:nvSpPr>
        <p:spPr>
          <a:xfrm rot="5400000">
            <a:off x="7647097" y="2343514"/>
            <a:ext cx="2584968" cy="6503565"/>
          </a:xfrm>
          <a:custGeom>
            <a:avLst/>
            <a:gdLst/>
            <a:ahLst/>
            <a:cxnLst/>
            <a:rect l="l" t="t" r="r" b="b"/>
            <a:pathLst>
              <a:path w="3877452" h="9755348">
                <a:moveTo>
                  <a:pt x="0" y="0"/>
                </a:moveTo>
                <a:lnTo>
                  <a:pt x="3877452" y="0"/>
                </a:lnTo>
                <a:lnTo>
                  <a:pt x="3877452" y="9755348"/>
                </a:lnTo>
                <a:lnTo>
                  <a:pt x="0" y="9755348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t="-1898" r="-33405"/>
            </a:stretch>
          </a:blipFill>
        </p:spPr>
        <p:txBody>
          <a:bodyPr/>
          <a:lstStyle/>
          <a:p>
            <a:endParaRPr lang="ja-JP" altLang="en-US" sz="1200"/>
          </a:p>
        </p:txBody>
      </p:sp>
      <p:grpSp>
        <p:nvGrpSpPr>
          <p:cNvPr id="16" name="Group 10">
            <a:extLst>
              <a:ext uri="{FF2B5EF4-FFF2-40B4-BE49-F238E27FC236}">
                <a16:creationId xmlns:a16="http://schemas.microsoft.com/office/drawing/2014/main" id="{7581738A-6C36-BD7B-89F1-16482126A9AD}"/>
              </a:ext>
            </a:extLst>
          </p:cNvPr>
          <p:cNvGrpSpPr/>
          <p:nvPr userDrawn="1"/>
        </p:nvGrpSpPr>
        <p:grpSpPr>
          <a:xfrm>
            <a:off x="32178" y="4339272"/>
            <a:ext cx="1730887" cy="1730887"/>
            <a:chOff x="0" y="0"/>
            <a:chExt cx="812800" cy="812800"/>
          </a:xfrm>
        </p:grpSpPr>
        <p:sp>
          <p:nvSpPr>
            <p:cNvPr id="17" name="Freeform 11">
              <a:extLst>
                <a:ext uri="{FF2B5EF4-FFF2-40B4-BE49-F238E27FC236}">
                  <a16:creationId xmlns:a16="http://schemas.microsoft.com/office/drawing/2014/main" id="{D8776C52-571E-C7D0-382A-F1091B855C4E}"/>
                </a:ext>
              </a:extLst>
            </p:cNvPr>
            <p:cNvSpPr/>
            <p:nvPr/>
          </p:nvSpPr>
          <p:spPr>
            <a:xfrm>
              <a:off x="0" y="0"/>
              <a:ext cx="812800" cy="812800"/>
            </a:xfrm>
            <a:custGeom>
              <a:avLst/>
              <a:gdLst/>
              <a:ahLst/>
              <a:cxnLst/>
              <a:rect l="l" t="t" r="r" b="b"/>
              <a:pathLst>
                <a:path w="812800" h="812800">
                  <a:moveTo>
                    <a:pt x="406400" y="0"/>
                  </a:moveTo>
                  <a:cubicBezTo>
                    <a:pt x="181951" y="0"/>
                    <a:pt x="0" y="181951"/>
                    <a:pt x="0" y="406400"/>
                  </a:cubicBezTo>
                  <a:cubicBezTo>
                    <a:pt x="0" y="630849"/>
                    <a:pt x="181951" y="812800"/>
                    <a:pt x="406400" y="812800"/>
                  </a:cubicBezTo>
                  <a:cubicBezTo>
                    <a:pt x="630849" y="812800"/>
                    <a:pt x="812800" y="630849"/>
                    <a:pt x="812800" y="406400"/>
                  </a:cubicBezTo>
                  <a:cubicBezTo>
                    <a:pt x="812800" y="181951"/>
                    <a:pt x="630849" y="0"/>
                    <a:pt x="406400" y="0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38100" cap="sq">
              <a:solidFill>
                <a:srgbClr val="FFFFFF"/>
              </a:solidFill>
              <a:prstDash val="solid"/>
              <a:miter/>
            </a:ln>
          </p:spPr>
          <p:txBody>
            <a:bodyPr/>
            <a:lstStyle/>
            <a:p>
              <a:endParaRPr lang="ja-JP" altLang="en-US" sz="1200"/>
            </a:p>
          </p:txBody>
        </p:sp>
        <p:sp>
          <p:nvSpPr>
            <p:cNvPr id="18" name="TextBox 12">
              <a:extLst>
                <a:ext uri="{FF2B5EF4-FFF2-40B4-BE49-F238E27FC236}">
                  <a16:creationId xmlns:a16="http://schemas.microsoft.com/office/drawing/2014/main" id="{593C97DB-DAE5-8185-34BE-09114DAF6BF0}"/>
                </a:ext>
              </a:extLst>
            </p:cNvPr>
            <p:cNvSpPr txBox="1"/>
            <p:nvPr/>
          </p:nvSpPr>
          <p:spPr>
            <a:xfrm>
              <a:off x="76200" y="28575"/>
              <a:ext cx="660400" cy="708025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1773"/>
                </a:lnSpc>
                <a:spcBef>
                  <a:spcPct val="0"/>
                </a:spcBef>
              </a:pPr>
              <a:endParaRPr sz="1200"/>
            </a:p>
          </p:txBody>
        </p:sp>
      </p:grpSp>
      <p:sp>
        <p:nvSpPr>
          <p:cNvPr id="19" name="Freeform 7">
            <a:extLst>
              <a:ext uri="{FF2B5EF4-FFF2-40B4-BE49-F238E27FC236}">
                <a16:creationId xmlns:a16="http://schemas.microsoft.com/office/drawing/2014/main" id="{21D967B5-8296-273C-83D8-49AFE69CACB5}"/>
              </a:ext>
            </a:extLst>
          </p:cNvPr>
          <p:cNvSpPr/>
          <p:nvPr userDrawn="1"/>
        </p:nvSpPr>
        <p:spPr>
          <a:xfrm>
            <a:off x="290418" y="5008111"/>
            <a:ext cx="2287097" cy="1848642"/>
          </a:xfrm>
          <a:custGeom>
            <a:avLst/>
            <a:gdLst/>
            <a:ahLst/>
            <a:cxnLst/>
            <a:rect l="l" t="t" r="r" b="b"/>
            <a:pathLst>
              <a:path w="3430645" h="2772963">
                <a:moveTo>
                  <a:pt x="0" y="0"/>
                </a:moveTo>
                <a:lnTo>
                  <a:pt x="3430645" y="0"/>
                </a:lnTo>
                <a:lnTo>
                  <a:pt x="3430645" y="2772964"/>
                </a:lnTo>
                <a:lnTo>
                  <a:pt x="0" y="2772964"/>
                </a:lnTo>
                <a:lnTo>
                  <a:pt x="0" y="0"/>
                </a:lnTo>
                <a:close/>
              </a:path>
            </a:pathLst>
          </a:custGeom>
          <a:blipFill>
            <a:blip>
              <a:extLst>
                <a:ext uri="{96DAC541-7B7A-43D3-8B79-37D633B846F1}">
                  <asvg:svgBlip xmlns:asvg="http://schemas.microsoft.com/office/drawing/2016/SVG/main" r:embed="rId5"/>
                </a:ext>
              </a:extLst>
            </a:blip>
            <a:stretch>
              <a:fillRect b="-23717"/>
            </a:stretch>
          </a:blipFill>
        </p:spPr>
        <p:txBody>
          <a:bodyPr/>
          <a:lstStyle/>
          <a:p>
            <a:endParaRPr lang="ja-JP" altLang="en-US" sz="1200"/>
          </a:p>
        </p:txBody>
      </p:sp>
      <p:sp>
        <p:nvSpPr>
          <p:cNvPr id="23" name="タイトル 1">
            <a:extLst>
              <a:ext uri="{FF2B5EF4-FFF2-40B4-BE49-F238E27FC236}">
                <a16:creationId xmlns:a16="http://schemas.microsoft.com/office/drawing/2014/main" id="{79D9840A-65BA-D421-F952-282C4D112D6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1896774" y="3115390"/>
            <a:ext cx="8398454" cy="627220"/>
          </a:xfrm>
          <a:prstGeom prst="rect">
            <a:avLst/>
          </a:prstGeom>
        </p:spPr>
        <p:txBody>
          <a:bodyPr anchor="ctr">
            <a:noAutofit/>
          </a:bodyPr>
          <a:lstStyle>
            <a:lvl1pPr algn="ctr">
              <a:defRPr sz="4000" b="1">
                <a:solidFill>
                  <a:schemeClr val="tx1"/>
                </a:solidFill>
                <a:latin typeface="Meiryo UI" panose="020B0604030504040204" pitchFamily="50" charset="-128"/>
                <a:ea typeface="Meiryo UI" panose="020B0604030504040204" pitchFamily="50" charset="-128"/>
              </a:defRPr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187FBEF5-411A-9EC8-05B0-C44CF6F7B4B2}"/>
              </a:ext>
            </a:extLst>
          </p:cNvPr>
          <p:cNvSpPr txBox="1"/>
          <p:nvPr userDrawn="1"/>
        </p:nvSpPr>
        <p:spPr>
          <a:xfrm>
            <a:off x="348672" y="6478842"/>
            <a:ext cx="1926578" cy="222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0">
                <a:solidFill>
                  <a:srgbClr val="545454"/>
                </a:solidFill>
                <a:latin typeface="Noto Sans JP"/>
                <a:ea typeface="Noto Sans JP Bold"/>
                <a:cs typeface="Noto Sans JP Bold"/>
                <a:sym typeface="Noto Sans JP Bold"/>
              </a:rPr>
              <a:t>Gopal Confidential</a:t>
            </a:r>
            <a:endParaRPr lang="en-US" sz="1400" b="0">
              <a:solidFill>
                <a:srgbClr val="545454"/>
              </a:solidFill>
              <a:latin typeface="Noto Sans JP"/>
              <a:ea typeface="Noto Sans JP Bold"/>
              <a:cs typeface="Noto Sans JP Bold"/>
            </a:endParaRP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3200DCEB-77AC-9728-AE62-E62E79AD7B4F}"/>
              </a:ext>
            </a:extLst>
          </p:cNvPr>
          <p:cNvSpPr txBox="1"/>
          <p:nvPr userDrawn="1"/>
        </p:nvSpPr>
        <p:spPr>
          <a:xfrm>
            <a:off x="7617986" y="6509398"/>
            <a:ext cx="3851120" cy="206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650"/>
              </a:lnSpc>
            </a:pPr>
            <a:r>
              <a:rPr lang="en-US" sz="1400" b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ⒸGopal Co., Ltd. 202</a:t>
            </a:r>
            <a:r>
              <a:rPr lang="en-US" altLang="ja-JP" sz="1400" b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6</a:t>
            </a:r>
            <a:r>
              <a:rPr lang="en-US" sz="1400" b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. All rights reserved.</a:t>
            </a:r>
          </a:p>
        </p:txBody>
      </p:sp>
      <p:sp>
        <p:nvSpPr>
          <p:cNvPr id="4" name="TextBox 13">
            <a:extLst>
              <a:ext uri="{FF2B5EF4-FFF2-40B4-BE49-F238E27FC236}">
                <a16:creationId xmlns:a16="http://schemas.microsoft.com/office/drawing/2014/main" id="{0A11723D-72FA-FD19-8469-B18D30214D40}"/>
              </a:ext>
            </a:extLst>
          </p:cNvPr>
          <p:cNvSpPr txBox="1"/>
          <p:nvPr userDrawn="1"/>
        </p:nvSpPr>
        <p:spPr>
          <a:xfrm>
            <a:off x="11381459" y="6500889"/>
            <a:ext cx="461869" cy="215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fld id="{B6F15528-21DE-4FAA-801E-634DDDAF4B2B}" type="slidenum">
              <a:rPr lang="en-US" altLang="ja-JP" sz="1400" b="0" kern="1200" smtClean="0">
                <a:solidFill>
                  <a:srgbClr val="545454"/>
                </a:solidFill>
                <a:latin typeface="Noto Sans JP"/>
                <a:ea typeface="Noto Sans JP"/>
              </a:rPr>
              <a:pPr algn="r"/>
              <a:t>‹#›</a:t>
            </a:fld>
            <a:endParaRPr lang="en-US" altLang="ja-JP" sz="1400" b="0" kern="1200">
              <a:solidFill>
                <a:srgbClr val="545454"/>
              </a:solidFill>
              <a:latin typeface="Noto Sans JP"/>
              <a:ea typeface="Noto Sans JP"/>
            </a:endParaRPr>
          </a:p>
        </p:txBody>
      </p:sp>
    </p:spTree>
    <p:extLst>
      <p:ext uri="{BB962C8B-B14F-4D97-AF65-F5344CB8AC3E}">
        <p14:creationId xmlns:p14="http://schemas.microsoft.com/office/powerpoint/2010/main" val="128451035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AutoShape 2">
            <a:extLst>
              <a:ext uri="{FF2B5EF4-FFF2-40B4-BE49-F238E27FC236}">
                <a16:creationId xmlns:a16="http://schemas.microsoft.com/office/drawing/2014/main" id="{B847F6B2-8D52-045F-D872-092F50CB5FAA}"/>
              </a:ext>
            </a:extLst>
          </p:cNvPr>
          <p:cNvSpPr/>
          <p:nvPr userDrawn="1"/>
        </p:nvSpPr>
        <p:spPr>
          <a:xfrm>
            <a:off x="469964" y="530755"/>
            <a:ext cx="11252072" cy="5796491"/>
          </a:xfrm>
          <a:prstGeom prst="rect">
            <a:avLst/>
          </a:prstGeom>
          <a:gradFill rotWithShape="1">
            <a:gsLst>
              <a:gs pos="0">
                <a:srgbClr val="50B7F1">
                  <a:alpha val="47160"/>
                </a:srgbClr>
              </a:gs>
              <a:gs pos="25000">
                <a:srgbClr val="94B9FF">
                  <a:alpha val="37080"/>
                </a:srgbClr>
              </a:gs>
              <a:gs pos="50000">
                <a:srgbClr val="FFFFFF">
                  <a:alpha val="0"/>
                </a:srgbClr>
              </a:gs>
              <a:gs pos="75000">
                <a:srgbClr val="FF61D2">
                  <a:alpha val="24480"/>
                </a:srgbClr>
              </a:gs>
              <a:gs pos="100000">
                <a:srgbClr val="FFFFFF">
                  <a:alpha val="30600"/>
                </a:srgbClr>
              </a:gs>
            </a:gsLst>
            <a:lin ang="2700000"/>
          </a:gradFill>
          <a:ln cap="sq">
            <a:noFill/>
            <a:prstDash val="solid"/>
            <a:miter/>
          </a:ln>
        </p:spPr>
        <p:txBody>
          <a:bodyPr/>
          <a:lstStyle/>
          <a:p>
            <a:endParaRPr lang="ja-JP" altLang="en-US" sz="1200"/>
          </a:p>
        </p:txBody>
      </p:sp>
      <p:sp>
        <p:nvSpPr>
          <p:cNvPr id="6" name="TextBox 3">
            <a:extLst>
              <a:ext uri="{FF2B5EF4-FFF2-40B4-BE49-F238E27FC236}">
                <a16:creationId xmlns:a16="http://schemas.microsoft.com/office/drawing/2014/main" id="{18C9FA76-8303-4316-AB34-73BAECE60BE3}"/>
              </a:ext>
            </a:extLst>
          </p:cNvPr>
          <p:cNvSpPr txBox="1"/>
          <p:nvPr userDrawn="1"/>
        </p:nvSpPr>
        <p:spPr>
          <a:xfrm>
            <a:off x="4866660" y="4576918"/>
            <a:ext cx="2871572" cy="26391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239"/>
              </a:lnSpc>
            </a:pPr>
            <a:r>
              <a:rPr lang="en-US" sz="1600" b="1">
                <a:solidFill>
                  <a:srgbClr val="000000"/>
                </a:solidFill>
                <a:latin typeface="Noto Sans JP Bold"/>
                <a:ea typeface="Noto Sans JP Bold"/>
                <a:cs typeface="Noto Sans JP Bold"/>
                <a:sym typeface="Noto Sans JP Bold"/>
              </a:rPr>
              <a:t> </a:t>
            </a:r>
            <a:r>
              <a:rPr lang="en-US" sz="1600" b="1" err="1">
                <a:solidFill>
                  <a:srgbClr val="545454"/>
                </a:solidFill>
                <a:latin typeface="Noto Sans JP Bold"/>
                <a:ea typeface="Noto Sans JP Bold"/>
                <a:cs typeface="Noto Sans JP Bold"/>
                <a:sym typeface="Noto Sans JP Bold"/>
              </a:rPr>
              <a:t>良いサービスで物流に</a:t>
            </a:r>
            <a:r>
              <a:rPr lang="en-US" sz="1600" b="1" err="1">
                <a:solidFill>
                  <a:srgbClr val="FF5757"/>
                </a:solidFill>
                <a:latin typeface="Noto Sans JP Bold"/>
                <a:ea typeface="Noto Sans JP Bold"/>
                <a:cs typeface="Noto Sans JP Bold"/>
                <a:sym typeface="Noto Sans JP Bold"/>
              </a:rPr>
              <a:t>彩を</a:t>
            </a:r>
            <a:r>
              <a:rPr lang="en-US" sz="1600" b="1">
                <a:solidFill>
                  <a:srgbClr val="545454"/>
                </a:solidFill>
                <a:latin typeface="Noto Sans JP Bold"/>
                <a:ea typeface="Noto Sans JP Bold"/>
                <a:cs typeface="Noto Sans JP Bold"/>
                <a:sym typeface="Noto Sans JP Bold"/>
              </a:rPr>
              <a:t>。</a:t>
            </a:r>
          </a:p>
        </p:txBody>
      </p:sp>
      <p:sp>
        <p:nvSpPr>
          <p:cNvPr id="7" name="Freeform 7" descr="ロゴ, アイコン  自動的に生成された説明">
            <a:extLst>
              <a:ext uri="{FF2B5EF4-FFF2-40B4-BE49-F238E27FC236}">
                <a16:creationId xmlns:a16="http://schemas.microsoft.com/office/drawing/2014/main" id="{67EC9E67-3C16-B676-2FEF-4660D750C16E}"/>
              </a:ext>
            </a:extLst>
          </p:cNvPr>
          <p:cNvSpPr/>
          <p:nvPr userDrawn="1"/>
        </p:nvSpPr>
        <p:spPr>
          <a:xfrm>
            <a:off x="4013200" y="1968500"/>
            <a:ext cx="3835393" cy="1460500"/>
          </a:xfrm>
          <a:custGeom>
            <a:avLst/>
            <a:gdLst/>
            <a:ahLst/>
            <a:cxnLst/>
            <a:rect l="l" t="t" r="r" b="b"/>
            <a:pathLst>
              <a:path w="5753090" h="2190750">
                <a:moveTo>
                  <a:pt x="0" y="0"/>
                </a:moveTo>
                <a:lnTo>
                  <a:pt x="5753090" y="0"/>
                </a:lnTo>
                <a:lnTo>
                  <a:pt x="5753090" y="2190750"/>
                </a:lnTo>
                <a:lnTo>
                  <a:pt x="0" y="219075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/>
            </a:stretch>
          </a:blipFill>
        </p:spPr>
        <p:txBody>
          <a:bodyPr/>
          <a:lstStyle/>
          <a:p>
            <a:endParaRPr lang="ja-JP" altLang="en-US" sz="1200"/>
          </a:p>
        </p:txBody>
      </p:sp>
      <p:sp>
        <p:nvSpPr>
          <p:cNvPr id="8" name="TextBox 8">
            <a:extLst>
              <a:ext uri="{FF2B5EF4-FFF2-40B4-BE49-F238E27FC236}">
                <a16:creationId xmlns:a16="http://schemas.microsoft.com/office/drawing/2014/main" id="{4A250A23-9DD9-6799-E031-094B05017037}"/>
              </a:ext>
            </a:extLst>
          </p:cNvPr>
          <p:cNvSpPr txBox="1"/>
          <p:nvPr userDrawn="1"/>
        </p:nvSpPr>
        <p:spPr>
          <a:xfrm>
            <a:off x="4177221" y="3520278"/>
            <a:ext cx="3921685" cy="100027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930"/>
              </a:lnSpc>
            </a:pPr>
            <a:r>
              <a:rPr lang="en-US" sz="3333" b="1">
                <a:solidFill>
                  <a:srgbClr val="1E70C0"/>
                </a:solidFill>
                <a:latin typeface="Noto Sans JP Bold"/>
                <a:ea typeface="Noto Sans JP Bold"/>
                <a:cs typeface="Noto Sans JP Bold"/>
                <a:sym typeface="Noto Sans JP Bold"/>
              </a:rPr>
              <a:t>Delivering good, </a:t>
            </a:r>
          </a:p>
          <a:p>
            <a:pPr algn="ctr">
              <a:lnSpc>
                <a:spcPts val="3930"/>
              </a:lnSpc>
              <a:spcBef>
                <a:spcPct val="0"/>
              </a:spcBef>
            </a:pPr>
            <a:r>
              <a:rPr lang="en-US" sz="3333" b="1">
                <a:solidFill>
                  <a:srgbClr val="1E70C0"/>
                </a:solidFill>
                <a:latin typeface="Noto Sans JP Bold"/>
                <a:ea typeface="Noto Sans JP Bold"/>
                <a:cs typeface="Noto Sans JP Bold"/>
                <a:sym typeface="Noto Sans JP Bold"/>
              </a:rPr>
              <a:t>Coloring the scene</a:t>
            </a:r>
          </a:p>
        </p:txBody>
      </p:sp>
      <p:sp>
        <p:nvSpPr>
          <p:cNvPr id="2" name="TextBox 11">
            <a:extLst>
              <a:ext uri="{FF2B5EF4-FFF2-40B4-BE49-F238E27FC236}">
                <a16:creationId xmlns:a16="http://schemas.microsoft.com/office/drawing/2014/main" id="{740EE4B5-B3BA-F650-F27B-5B4A0B613515}"/>
              </a:ext>
            </a:extLst>
          </p:cNvPr>
          <p:cNvSpPr txBox="1"/>
          <p:nvPr userDrawn="1"/>
        </p:nvSpPr>
        <p:spPr>
          <a:xfrm>
            <a:off x="348672" y="6478842"/>
            <a:ext cx="1926578" cy="22275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l">
              <a:lnSpc>
                <a:spcPts val="1960"/>
              </a:lnSpc>
            </a:pPr>
            <a:r>
              <a:rPr lang="en-US" sz="1400" b="0">
                <a:solidFill>
                  <a:srgbClr val="545454"/>
                </a:solidFill>
                <a:latin typeface="Noto Sans JP"/>
                <a:ea typeface="Noto Sans JP Bold"/>
                <a:cs typeface="Noto Sans JP Bold"/>
                <a:sym typeface="Noto Sans JP Bold"/>
              </a:rPr>
              <a:t>Gopal Confidential</a:t>
            </a:r>
            <a:endParaRPr lang="en-US" sz="1400" b="0">
              <a:solidFill>
                <a:srgbClr val="545454"/>
              </a:solidFill>
              <a:latin typeface="Noto Sans JP"/>
              <a:ea typeface="Noto Sans JP Bold"/>
              <a:cs typeface="Noto Sans JP Bold"/>
            </a:endParaRPr>
          </a:p>
        </p:txBody>
      </p:sp>
      <p:sp>
        <p:nvSpPr>
          <p:cNvPr id="3" name="TextBox 12">
            <a:extLst>
              <a:ext uri="{FF2B5EF4-FFF2-40B4-BE49-F238E27FC236}">
                <a16:creationId xmlns:a16="http://schemas.microsoft.com/office/drawing/2014/main" id="{60EC0883-F297-4581-76B4-E5ED89B81CAE}"/>
              </a:ext>
            </a:extLst>
          </p:cNvPr>
          <p:cNvSpPr txBox="1"/>
          <p:nvPr userDrawn="1"/>
        </p:nvSpPr>
        <p:spPr>
          <a:xfrm>
            <a:off x="7617986" y="6509398"/>
            <a:ext cx="3851120" cy="206339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>
              <a:lnSpc>
                <a:spcPts val="1650"/>
              </a:lnSpc>
            </a:pPr>
            <a:r>
              <a:rPr lang="en-US" sz="1400" b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ⒸGopal Co., Ltd. 202</a:t>
            </a:r>
            <a:r>
              <a:rPr lang="en-US" altLang="ja-JP" sz="1400" b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6</a:t>
            </a:r>
            <a:r>
              <a:rPr lang="en-US" sz="1400" b="0">
                <a:solidFill>
                  <a:srgbClr val="545454"/>
                </a:solidFill>
                <a:latin typeface="Noto Sans JP"/>
                <a:ea typeface="Noto Sans JP"/>
                <a:cs typeface="Noto Sans JP"/>
                <a:sym typeface="Noto Sans JP"/>
              </a:rPr>
              <a:t>. All rights reserved.</a:t>
            </a:r>
          </a:p>
        </p:txBody>
      </p:sp>
      <p:sp>
        <p:nvSpPr>
          <p:cNvPr id="4" name="TextBox 13">
            <a:extLst>
              <a:ext uri="{FF2B5EF4-FFF2-40B4-BE49-F238E27FC236}">
                <a16:creationId xmlns:a16="http://schemas.microsoft.com/office/drawing/2014/main" id="{862E90C7-8AA3-E57B-84AA-DB481F3C0F30}"/>
              </a:ext>
            </a:extLst>
          </p:cNvPr>
          <p:cNvSpPr txBox="1"/>
          <p:nvPr userDrawn="1"/>
        </p:nvSpPr>
        <p:spPr>
          <a:xfrm>
            <a:off x="11381459" y="6500889"/>
            <a:ext cx="461869" cy="215443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r"/>
            <a:fld id="{B6F15528-21DE-4FAA-801E-634DDDAF4B2B}" type="slidenum">
              <a:rPr lang="en-US" altLang="ja-JP" sz="1400" b="0" kern="1200" smtClean="0">
                <a:solidFill>
                  <a:srgbClr val="545454"/>
                </a:solidFill>
                <a:latin typeface="Noto Sans JP"/>
                <a:ea typeface="Noto Sans JP"/>
              </a:rPr>
              <a:pPr algn="r"/>
              <a:t>‹#›</a:t>
            </a:fld>
            <a:endParaRPr lang="en-US" altLang="ja-JP" sz="1400" b="0" kern="1200">
              <a:solidFill>
                <a:srgbClr val="545454"/>
              </a:solidFill>
              <a:latin typeface="Noto Sans JP"/>
              <a:ea typeface="Noto Sans JP"/>
            </a:endParaRPr>
          </a:p>
        </p:txBody>
      </p:sp>
    </p:spTree>
    <p:extLst>
      <p:ext uri="{BB962C8B-B14F-4D97-AF65-F5344CB8AC3E}">
        <p14:creationId xmlns:p14="http://schemas.microsoft.com/office/powerpoint/2010/main" val="3107126221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01228065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3" r:id="rId1"/>
    <p:sldLayoutId id="2147483664" r:id="rId2"/>
    <p:sldLayoutId id="2147483665" r:id="rId3"/>
    <p:sldLayoutId id="2147483666" r:id="rId4"/>
  </p:sldLayoutIdLst>
  <p:txStyles>
    <p:titleStyle>
      <a:lvl1pPr algn="l" defTabSz="609630" rtl="0" eaLnBrk="1" latinLnBrk="0" hangingPunct="1">
        <a:lnSpc>
          <a:spcPct val="90000"/>
        </a:lnSpc>
        <a:spcBef>
          <a:spcPct val="0"/>
        </a:spcBef>
        <a:buNone/>
        <a:defRPr kumimoji="1" sz="29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52408" indent="-152408" algn="l" defTabSz="609630" rtl="0" eaLnBrk="1" latinLnBrk="0" hangingPunct="1">
        <a:lnSpc>
          <a:spcPct val="90000"/>
        </a:lnSpc>
        <a:spcBef>
          <a:spcPts val="667"/>
        </a:spcBef>
        <a:buFont typeface="Arial" panose="020B0604020202020204" pitchFamily="34" charset="0"/>
        <a:buChar char="•"/>
        <a:defRPr kumimoji="1" sz="1867" kern="1200">
          <a:solidFill>
            <a:schemeClr val="tx1"/>
          </a:solidFill>
          <a:latin typeface="+mn-lt"/>
          <a:ea typeface="+mn-ea"/>
          <a:cs typeface="+mn-cs"/>
        </a:defRPr>
      </a:lvl1pPr>
      <a:lvl2pPr marL="45722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kumimoji="1" sz="1600" kern="1200">
          <a:solidFill>
            <a:schemeClr val="tx1"/>
          </a:solidFill>
          <a:latin typeface="+mn-lt"/>
          <a:ea typeface="+mn-ea"/>
          <a:cs typeface="+mn-cs"/>
        </a:defRPr>
      </a:lvl2pPr>
      <a:lvl3pPr marL="762038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kumimoji="1" sz="1333" kern="1200">
          <a:solidFill>
            <a:schemeClr val="tx1"/>
          </a:solidFill>
          <a:latin typeface="+mn-lt"/>
          <a:ea typeface="+mn-ea"/>
          <a:cs typeface="+mn-cs"/>
        </a:defRPr>
      </a:lvl3pPr>
      <a:lvl4pPr marL="1066853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6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67648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981299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286114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590930" indent="-152408" algn="l" defTabSz="609630" rtl="0" eaLnBrk="1" latinLnBrk="0" hangingPunct="1">
        <a:lnSpc>
          <a:spcPct val="90000"/>
        </a:lnSpc>
        <a:spcBef>
          <a:spcPts val="333"/>
        </a:spcBef>
        <a:buFont typeface="Arial" panose="020B0604020202020204" pitchFamily="34" charset="0"/>
        <a:buChar char="•"/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1pPr>
      <a:lvl2pPr marL="304815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2pPr>
      <a:lvl3pPr marL="609630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3pPr>
      <a:lvl4pPr marL="914446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4pPr>
      <a:lvl5pPr marL="1219261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5pPr>
      <a:lvl6pPr marL="1524076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91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7pPr>
      <a:lvl8pPr marL="2133707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8pPr>
      <a:lvl9pPr marL="2438522" algn="l" defTabSz="609630" rtl="0" eaLnBrk="1" latinLnBrk="0" hangingPunct="1">
        <a:defRPr kumimoji="1" sz="12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D25A9F1-4C8D-9457-04F0-03C7EA01DB1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2278523" y="3115390"/>
            <a:ext cx="7634957" cy="627221"/>
          </a:xfrm>
        </p:spPr>
        <p:txBody>
          <a:bodyPr lIns="90000" tIns="45720" rIns="91440" bIns="45720" anchor="ctr">
            <a:noAutofit/>
          </a:bodyPr>
          <a:lstStyle/>
          <a:p>
            <a:r>
              <a:t>iPhone XR 初期化手順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02BE0345-157D-82A1-2E8C-68B8946F71D0}"/>
              </a:ext>
            </a:extLst>
          </p:cNvPr>
          <p:cNvSpPr>
            <a:spLocks noGrp="1"/>
          </p:cNvSpPr>
          <p:nvPr>
            <p:ph type="body" idx="10"/>
          </p:nvPr>
        </p:nvSpPr>
        <p:spPr/>
        <p:txBody>
          <a:bodyPr/>
          <a:lstStyle/>
          <a:p>
            <a:r>
              <a:t>登録チーム</a:t>
            </a:r>
          </a:p>
          <a:p>
            <a:r>
              <a:t>2026年10月5日</a:t>
            </a:r>
          </a:p>
        </p:txBody>
      </p:sp>
      <p:sp>
        <p:nvSpPr>
          <p:cNvPr id="4" name="TextBox 3">
            <a:extLst>
              <a:ext uri="{FF2B5EF4-FFF2-40B4-BE49-F238E27FC236}">
                <a16:creationId xmlns:a16="http://schemas.microsoft.com/office/drawing/2014/main" id="{59FD74D0-380E-9B86-65E9-3285B8ADD6F4}"/>
              </a:ext>
            </a:extLst>
          </p:cNvPr>
          <p:cNvSpPr txBox="1"/>
          <p:nvPr/>
        </p:nvSpPr>
        <p:spPr>
          <a:xfrm>
            <a:off x="1" y="-425622"/>
            <a:ext cx="10294550" cy="369332"/>
          </a:xfrm>
          <a:prstGeom prst="rect">
            <a:avLst/>
          </a:prstGeom>
          <a:noFill/>
        </p:spPr>
        <p:txBody>
          <a:bodyPr rot="0" spcFirstLastPara="0" vertOverflow="overflow" horzOverflow="overflow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/>
          <a:p>
            <a:pPr algn="l"/>
            <a:r>
              <a:rPr lang="ja-JP" altLang="en-US" b="1">
                <a:solidFill>
                  <a:srgbClr val="FF0000"/>
                </a:solidFill>
                <a:ea typeface="游ゴシック"/>
              </a:rPr>
              <a:t>※直接この資料を編集しないでください！ダウンロードしご自身のPCで編集してください。</a:t>
            </a:r>
          </a:p>
        </p:txBody>
      </p:sp>
    </p:spTree>
    <p:extLst>
      <p:ext uri="{BB962C8B-B14F-4D97-AF65-F5344CB8AC3E}">
        <p14:creationId xmlns:p14="http://schemas.microsoft.com/office/powerpoint/2010/main" val="1395589854"/>
      </p:ext>
    </p:extLst>
  </p:cSld>
  <p:clrMapOvr>
    <a:overrideClrMapping bg1="lt1" tx1="dk1" bg2="lt2" tx2="dk2" accent1="accent1" accent2="accent2" accent3="accent3" accent4="accent4" accent5="accent5" accent6="accent6" hlink="hlink" folHlink="folHlink"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全体の流れと事前準備</a:t>
            </a:r>
          </a:p>
        </p:txBody>
      </p:sp>
      <p:sp>
        <p:nvSpPr>
          <p:cNvPr id="3" name="流れカード1"/>
          <p:cNvSpPr/>
          <p:nvPr/>
        </p:nvSpPr>
        <p:spPr>
          <a:xfrm>
            <a:off x="676656" y="1097280"/>
            <a:ext cx="34290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手順番号1"/>
          <p:cNvSpPr/>
          <p:nvPr/>
        </p:nvSpPr>
        <p:spPr>
          <a:xfrm>
            <a:off x="905256" y="1280160"/>
            <a:ext cx="457200" cy="457200"/>
          </a:xfrm>
          <a:prstGeom prst="ellipse">
            <a:avLst/>
          </a:prstGeom>
          <a:solidFill>
            <a:srgbClr val="3FA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流れ見出し1"/>
          <p:cNvSpPr txBox="1"/>
          <p:nvPr/>
        </p:nvSpPr>
        <p:spPr>
          <a:xfrm>
            <a:off x="1499616" y="1280160"/>
            <a:ext cx="246888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26262B"/>
                </a:solidFill>
              </a:rPr>
              <a:t>バックアップ</a:t>
            </a:r>
          </a:p>
        </p:txBody>
      </p:sp>
      <p:sp>
        <p:nvSpPr>
          <p:cNvPr id="6" name="流れ説明1"/>
          <p:cNvSpPr txBox="1"/>
          <p:nvPr/>
        </p:nvSpPr>
        <p:spPr>
          <a:xfrm>
            <a:off x="905256" y="1920240"/>
            <a:ext cx="297180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6B73"/>
                </a:solidFill>
              </a:rPr>
              <a:t>iCloudまたはパソコンで</a:t>
            </a:r>
          </a:p>
          <a:p>
            <a:pPr algn="l"/>
            <a:r>
              <a:rPr sz="1400" b="0">
                <a:solidFill>
                  <a:srgbClr val="6B6B73"/>
                </a:solidFill>
              </a:rPr>
              <a:t>必要なデータを保存</a:t>
            </a:r>
          </a:p>
        </p:txBody>
      </p:sp>
      <p:sp>
        <p:nvSpPr>
          <p:cNvPr id="7" name="矢印1"/>
          <p:cNvSpPr/>
          <p:nvPr/>
        </p:nvSpPr>
        <p:spPr>
          <a:xfrm>
            <a:off x="4142232" y="1783080"/>
            <a:ext cx="246888" cy="292608"/>
          </a:xfrm>
          <a:prstGeom prst="rightArrow">
            <a:avLst/>
          </a:prstGeom>
          <a:solidFill>
            <a:srgbClr val="3FA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流れカード2"/>
          <p:cNvSpPr/>
          <p:nvPr/>
        </p:nvSpPr>
        <p:spPr>
          <a:xfrm>
            <a:off x="4425696" y="1097280"/>
            <a:ext cx="34290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手順番号2"/>
          <p:cNvSpPr/>
          <p:nvPr/>
        </p:nvSpPr>
        <p:spPr>
          <a:xfrm>
            <a:off x="4654296" y="1280160"/>
            <a:ext cx="457200" cy="457200"/>
          </a:xfrm>
          <a:prstGeom prst="ellipse">
            <a:avLst/>
          </a:prstGeom>
          <a:solidFill>
            <a:srgbClr val="3FA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0" name="流れ見出し2"/>
          <p:cNvSpPr txBox="1"/>
          <p:nvPr/>
        </p:nvSpPr>
        <p:spPr>
          <a:xfrm>
            <a:off x="5248656" y="1280160"/>
            <a:ext cx="246888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26262B"/>
                </a:solidFill>
              </a:rPr>
              <a:t>「iPhoneを探す」をオフ</a:t>
            </a:r>
          </a:p>
        </p:txBody>
      </p:sp>
      <p:sp>
        <p:nvSpPr>
          <p:cNvPr id="11" name="流れ説明2"/>
          <p:cNvSpPr txBox="1"/>
          <p:nvPr/>
        </p:nvSpPr>
        <p:spPr>
          <a:xfrm>
            <a:off x="4654296" y="1920240"/>
            <a:ext cx="297180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6B73"/>
                </a:solidFill>
              </a:rPr>
              <a:t>設定アプリで解除</a:t>
            </a:r>
          </a:p>
          <a:p>
            <a:pPr algn="l"/>
            <a:r>
              <a:rPr sz="1400" b="0">
                <a:solidFill>
                  <a:srgbClr val="6B6B73"/>
                </a:solidFill>
              </a:rPr>
              <a:t>Apple IDのパスワードが必要</a:t>
            </a:r>
          </a:p>
        </p:txBody>
      </p:sp>
      <p:sp>
        <p:nvSpPr>
          <p:cNvPr id="12" name="矢印2"/>
          <p:cNvSpPr/>
          <p:nvPr/>
        </p:nvSpPr>
        <p:spPr>
          <a:xfrm>
            <a:off x="7891271" y="1783080"/>
            <a:ext cx="246888" cy="292608"/>
          </a:xfrm>
          <a:prstGeom prst="rightArrow">
            <a:avLst/>
          </a:prstGeom>
          <a:solidFill>
            <a:srgbClr val="3FA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流れカード3"/>
          <p:cNvSpPr/>
          <p:nvPr/>
        </p:nvSpPr>
        <p:spPr>
          <a:xfrm>
            <a:off x="8174736" y="1097280"/>
            <a:ext cx="342900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手順番号3"/>
          <p:cNvSpPr/>
          <p:nvPr/>
        </p:nvSpPr>
        <p:spPr>
          <a:xfrm>
            <a:off x="8403336" y="1280160"/>
            <a:ext cx="457200" cy="457200"/>
          </a:xfrm>
          <a:prstGeom prst="ellipse">
            <a:avLst/>
          </a:prstGeom>
          <a:solidFill>
            <a:srgbClr val="3FA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15" name="流れ見出し3"/>
          <p:cNvSpPr txBox="1"/>
          <p:nvPr/>
        </p:nvSpPr>
        <p:spPr>
          <a:xfrm>
            <a:off x="8997696" y="1280160"/>
            <a:ext cx="2468880" cy="45720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600" b="1">
                <a:solidFill>
                  <a:srgbClr val="26262B"/>
                </a:solidFill>
              </a:rPr>
              <a:t>リセット（初期化）</a:t>
            </a:r>
          </a:p>
        </p:txBody>
      </p:sp>
      <p:sp>
        <p:nvSpPr>
          <p:cNvPr id="16" name="流れ説明3"/>
          <p:cNvSpPr txBox="1"/>
          <p:nvPr/>
        </p:nvSpPr>
        <p:spPr>
          <a:xfrm>
            <a:off x="8403336" y="1920240"/>
            <a:ext cx="297180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6B6B73"/>
                </a:solidFill>
              </a:rPr>
              <a:t>すべてのコンテンツと</a:t>
            </a:r>
          </a:p>
          <a:p>
            <a:pPr algn="l"/>
            <a:r>
              <a:rPr sz="1400" b="0">
                <a:solidFill>
                  <a:srgbClr val="6B6B73"/>
                </a:solidFill>
              </a:rPr>
              <a:t>設定を消去</a:t>
            </a:r>
          </a:p>
        </p:txBody>
      </p:sp>
      <p:sp>
        <p:nvSpPr>
          <p:cNvPr id="17" name="事前確認パネル"/>
          <p:cNvSpPr/>
          <p:nvPr/>
        </p:nvSpPr>
        <p:spPr>
          <a:xfrm>
            <a:off x="676656" y="3063240"/>
            <a:ext cx="10835640" cy="2377440"/>
          </a:xfrm>
          <a:prstGeom prst="roundRect">
            <a:avLst>
              <a:gd name="adj" fmla="val 5000"/>
            </a:avLst>
          </a:prstGeom>
          <a:solidFill>
            <a:srgbClr val="E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事前確認見出し"/>
          <p:cNvSpPr txBox="1"/>
          <p:nvPr/>
        </p:nvSpPr>
        <p:spPr>
          <a:xfrm>
            <a:off x="960120" y="3200400"/>
            <a:ext cx="548640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600" b="1">
                <a:solidFill>
                  <a:srgbClr val="26262B"/>
                </a:solidFill>
              </a:rPr>
              <a:t>始める前に確認すること</a:t>
            </a:r>
          </a:p>
        </p:txBody>
      </p:sp>
      <p:sp>
        <p:nvSpPr>
          <p:cNvPr id="19" name="チェック枠1"/>
          <p:cNvSpPr/>
          <p:nvPr/>
        </p:nvSpPr>
        <p:spPr>
          <a:xfrm>
            <a:off x="960120" y="3739896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3FA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チェック項目1"/>
          <p:cNvSpPr txBox="1"/>
          <p:nvPr/>
        </p:nvSpPr>
        <p:spPr>
          <a:xfrm>
            <a:off x="1371600" y="3703320"/>
            <a:ext cx="9784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26262B"/>
                </a:solidFill>
              </a:rPr>
              <a:t>Apple ID とパスワードがわかる（iPhoneにサインインしているもの）</a:t>
            </a:r>
          </a:p>
        </p:txBody>
      </p:sp>
      <p:sp>
        <p:nvSpPr>
          <p:cNvPr id="21" name="チェック枠2"/>
          <p:cNvSpPr/>
          <p:nvPr/>
        </p:nvSpPr>
        <p:spPr>
          <a:xfrm>
            <a:off x="960120" y="4151376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3FA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チェック項目2"/>
          <p:cNvSpPr txBox="1"/>
          <p:nvPr/>
        </p:nvSpPr>
        <p:spPr>
          <a:xfrm>
            <a:off x="1371600" y="4114800"/>
            <a:ext cx="9784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26262B"/>
                </a:solidFill>
              </a:rPr>
              <a:t>Wi-Fiにつながっている／充電に余裕がある</a:t>
            </a:r>
          </a:p>
        </p:txBody>
      </p:sp>
      <p:sp>
        <p:nvSpPr>
          <p:cNvPr id="23" name="チェック枠3"/>
          <p:cNvSpPr/>
          <p:nvPr/>
        </p:nvSpPr>
        <p:spPr>
          <a:xfrm>
            <a:off x="960120" y="4562856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3FA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チェック項目3"/>
          <p:cNvSpPr txBox="1"/>
          <p:nvPr/>
        </p:nvSpPr>
        <p:spPr>
          <a:xfrm>
            <a:off x="1371600" y="4526280"/>
            <a:ext cx="9784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26262B"/>
                </a:solidFill>
              </a:rPr>
              <a:t>必要な写真・連絡先などをバックアップした</a:t>
            </a:r>
          </a:p>
        </p:txBody>
      </p:sp>
      <p:sp>
        <p:nvSpPr>
          <p:cNvPr id="25" name="チェック枠4"/>
          <p:cNvSpPr/>
          <p:nvPr/>
        </p:nvSpPr>
        <p:spPr>
          <a:xfrm>
            <a:off x="960120" y="4974336"/>
            <a:ext cx="237744" cy="237744"/>
          </a:xfrm>
          <a:prstGeom prst="roundRect">
            <a:avLst>
              <a:gd name="adj" fmla="val 20000"/>
            </a:avLst>
          </a:prstGeom>
          <a:solidFill>
            <a:srgbClr val="FFFFFF"/>
          </a:solidFill>
          <a:ln w="19050">
            <a:solidFill>
              <a:srgbClr val="3FA9BC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チェック項目4"/>
          <p:cNvSpPr txBox="1"/>
          <p:nvPr/>
        </p:nvSpPr>
        <p:spPr>
          <a:xfrm>
            <a:off x="1371600" y="4937760"/>
            <a:ext cx="9784080" cy="347472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400" b="0">
                <a:solidFill>
                  <a:srgbClr val="26262B"/>
                </a:solidFill>
              </a:rPr>
              <a:t>初期化すると元に戻せないことを理解した</a:t>
            </a:r>
          </a:p>
        </p:txBody>
      </p:sp>
      <p:sp>
        <p:nvSpPr>
          <p:cNvPr id="27" name="補足"/>
          <p:cNvSpPr txBox="1"/>
          <p:nvPr/>
        </p:nvSpPr>
        <p:spPr>
          <a:xfrm>
            <a:off x="676656" y="5669280"/>
            <a:ext cx="10835640" cy="3657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200" b="0">
                <a:solidFill>
                  <a:srgbClr val="6B6B73"/>
                </a:solidFill>
              </a:rPr>
              <a:t>※ 手順Aを飛ばして手順Bだけ行っても、途中でApple IDのパスワードを求められ、「iPhoneを探す」は一緒に解除されます。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手順A　「iPhoneを探す」をオフにする</a:t>
            </a:r>
          </a:p>
        </p:txBody>
      </p:sp>
      <p:sp>
        <p:nvSpPr>
          <p:cNvPr id="3" name="A1画面_本体"/>
          <p:cNvSpPr/>
          <p:nvPr/>
        </p:nvSpPr>
        <p:spPr>
          <a:xfrm>
            <a:off x="566928" y="1097280"/>
            <a:ext cx="2468880" cy="3886200"/>
          </a:xfrm>
          <a:prstGeom prst="roundRect">
            <a:avLst>
              <a:gd name="adj" fmla="val 9000"/>
            </a:avLst>
          </a:prstGeom>
          <a:solidFill>
            <a:srgbClr val="F2F2F7"/>
          </a:solidFill>
          <a:ln w="3175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A1画面_タイトル"/>
          <p:cNvSpPr txBox="1"/>
          <p:nvPr/>
        </p:nvSpPr>
        <p:spPr>
          <a:xfrm>
            <a:off x="566928" y="1280160"/>
            <a:ext cx="246888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6262B"/>
                </a:solidFill>
              </a:rPr>
              <a:t>設定</a:t>
            </a:r>
          </a:p>
        </p:txBody>
      </p:sp>
      <p:sp>
        <p:nvSpPr>
          <p:cNvPr id="5" name="A1画面_行1"/>
          <p:cNvSpPr/>
          <p:nvPr/>
        </p:nvSpPr>
        <p:spPr>
          <a:xfrm>
            <a:off x="694944" y="1664207"/>
            <a:ext cx="221284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A1画面_行1文字"/>
          <p:cNvSpPr txBox="1"/>
          <p:nvPr/>
        </p:nvSpPr>
        <p:spPr>
          <a:xfrm>
            <a:off x="786384" y="1664207"/>
            <a:ext cx="187452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6262B"/>
                </a:solidFill>
              </a:rPr>
              <a:t>Apple ID</a:t>
            </a:r>
          </a:p>
        </p:txBody>
      </p:sp>
      <p:sp>
        <p:nvSpPr>
          <p:cNvPr id="7" name="A1画面_行1矢印"/>
          <p:cNvSpPr txBox="1"/>
          <p:nvPr/>
        </p:nvSpPr>
        <p:spPr>
          <a:xfrm>
            <a:off x="2688336" y="1664207"/>
            <a:ext cx="18288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0">
                <a:solidFill>
                  <a:srgbClr val="6B6B73"/>
                </a:solidFill>
              </a:rPr>
              <a:t>›</a:t>
            </a:r>
          </a:p>
        </p:txBody>
      </p:sp>
      <p:sp>
        <p:nvSpPr>
          <p:cNvPr id="8" name="A1画面_行2"/>
          <p:cNvSpPr/>
          <p:nvPr/>
        </p:nvSpPr>
        <p:spPr>
          <a:xfrm>
            <a:off x="694944" y="2084831"/>
            <a:ext cx="221284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A1画面_行2文字"/>
          <p:cNvSpPr txBox="1"/>
          <p:nvPr/>
        </p:nvSpPr>
        <p:spPr>
          <a:xfrm>
            <a:off x="786384" y="2084831"/>
            <a:ext cx="187452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6262B"/>
                </a:solidFill>
              </a:rPr>
              <a:t>機内モード</a:t>
            </a:r>
          </a:p>
        </p:txBody>
      </p:sp>
      <p:sp>
        <p:nvSpPr>
          <p:cNvPr id="10" name="A1画面_行2矢印"/>
          <p:cNvSpPr txBox="1"/>
          <p:nvPr/>
        </p:nvSpPr>
        <p:spPr>
          <a:xfrm>
            <a:off x="2688336" y="2084831"/>
            <a:ext cx="18288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0">
                <a:solidFill>
                  <a:srgbClr val="6B6B73"/>
                </a:solidFill>
              </a:rPr>
              <a:t>›</a:t>
            </a:r>
          </a:p>
        </p:txBody>
      </p:sp>
      <p:sp>
        <p:nvSpPr>
          <p:cNvPr id="11" name="A1画面_行3"/>
          <p:cNvSpPr/>
          <p:nvPr/>
        </p:nvSpPr>
        <p:spPr>
          <a:xfrm>
            <a:off x="694944" y="2505456"/>
            <a:ext cx="221284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A1画面_行3文字"/>
          <p:cNvSpPr txBox="1"/>
          <p:nvPr/>
        </p:nvSpPr>
        <p:spPr>
          <a:xfrm>
            <a:off x="786384" y="2505456"/>
            <a:ext cx="187452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6262B"/>
                </a:solidFill>
              </a:rPr>
              <a:t>Wi-Fi</a:t>
            </a:r>
          </a:p>
        </p:txBody>
      </p:sp>
      <p:sp>
        <p:nvSpPr>
          <p:cNvPr id="13" name="A1画面_行3矢印"/>
          <p:cNvSpPr txBox="1"/>
          <p:nvPr/>
        </p:nvSpPr>
        <p:spPr>
          <a:xfrm>
            <a:off x="2688336" y="2505456"/>
            <a:ext cx="18288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0">
                <a:solidFill>
                  <a:srgbClr val="6B6B73"/>
                </a:solidFill>
              </a:rPr>
              <a:t>›</a:t>
            </a:r>
          </a:p>
        </p:txBody>
      </p:sp>
      <p:sp>
        <p:nvSpPr>
          <p:cNvPr id="14" name="A1画面_行4"/>
          <p:cNvSpPr/>
          <p:nvPr/>
        </p:nvSpPr>
        <p:spPr>
          <a:xfrm>
            <a:off x="694944" y="2926080"/>
            <a:ext cx="221284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A1画面_行4文字"/>
          <p:cNvSpPr txBox="1"/>
          <p:nvPr/>
        </p:nvSpPr>
        <p:spPr>
          <a:xfrm>
            <a:off x="786384" y="2926080"/>
            <a:ext cx="187452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6262B"/>
                </a:solidFill>
              </a:rPr>
              <a:t>Bluetooth</a:t>
            </a:r>
          </a:p>
        </p:txBody>
      </p:sp>
      <p:sp>
        <p:nvSpPr>
          <p:cNvPr id="16" name="A1画面_行4矢印"/>
          <p:cNvSpPr txBox="1"/>
          <p:nvPr/>
        </p:nvSpPr>
        <p:spPr>
          <a:xfrm>
            <a:off x="2688336" y="2926080"/>
            <a:ext cx="18288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0">
                <a:solidFill>
                  <a:srgbClr val="6B6B73"/>
                </a:solidFill>
              </a:rPr>
              <a:t>›</a:t>
            </a:r>
          </a:p>
        </p:txBody>
      </p:sp>
      <p:sp>
        <p:nvSpPr>
          <p:cNvPr id="17" name="A1画面_行5"/>
          <p:cNvSpPr/>
          <p:nvPr/>
        </p:nvSpPr>
        <p:spPr>
          <a:xfrm>
            <a:off x="694944" y="3346704"/>
            <a:ext cx="221284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A1画面_行5文字"/>
          <p:cNvSpPr txBox="1"/>
          <p:nvPr/>
        </p:nvSpPr>
        <p:spPr>
          <a:xfrm>
            <a:off x="786384" y="3346704"/>
            <a:ext cx="187452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6262B"/>
                </a:solidFill>
              </a:rPr>
              <a:t>モバイル通信</a:t>
            </a:r>
          </a:p>
        </p:txBody>
      </p:sp>
      <p:sp>
        <p:nvSpPr>
          <p:cNvPr id="19" name="A1画面_行5矢印"/>
          <p:cNvSpPr txBox="1"/>
          <p:nvPr/>
        </p:nvSpPr>
        <p:spPr>
          <a:xfrm>
            <a:off x="2688336" y="3346704"/>
            <a:ext cx="18288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0">
                <a:solidFill>
                  <a:srgbClr val="6B6B73"/>
                </a:solidFill>
              </a:rPr>
              <a:t>›</a:t>
            </a:r>
          </a:p>
        </p:txBody>
      </p:sp>
      <p:sp>
        <p:nvSpPr>
          <p:cNvPr id="20" name="A1画面_タップ箇所"/>
          <p:cNvSpPr/>
          <p:nvPr/>
        </p:nvSpPr>
        <p:spPr>
          <a:xfrm>
            <a:off x="640080" y="1645919"/>
            <a:ext cx="2322576" cy="457200"/>
          </a:xfrm>
          <a:prstGeom prst="roundRect">
            <a:avLst>
              <a:gd name="adj" fmla="val 20000"/>
            </a:avLst>
          </a:prstGeom>
          <a:noFill/>
          <a:ln w="31750">
            <a:solidFill>
              <a:srgbClr val="D700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A2画面_本体"/>
          <p:cNvSpPr/>
          <p:nvPr/>
        </p:nvSpPr>
        <p:spPr>
          <a:xfrm>
            <a:off x="3310128" y="1097280"/>
            <a:ext cx="2468880" cy="3886200"/>
          </a:xfrm>
          <a:prstGeom prst="roundRect">
            <a:avLst>
              <a:gd name="adj" fmla="val 9000"/>
            </a:avLst>
          </a:prstGeom>
          <a:solidFill>
            <a:srgbClr val="F2F2F7"/>
          </a:solidFill>
          <a:ln w="3175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A2画面_タイトル"/>
          <p:cNvSpPr txBox="1"/>
          <p:nvPr/>
        </p:nvSpPr>
        <p:spPr>
          <a:xfrm>
            <a:off x="3310128" y="1280160"/>
            <a:ext cx="246888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6262B"/>
                </a:solidFill>
              </a:rPr>
              <a:t>Apple ID</a:t>
            </a:r>
          </a:p>
        </p:txBody>
      </p:sp>
      <p:sp>
        <p:nvSpPr>
          <p:cNvPr id="23" name="A2画面_行1"/>
          <p:cNvSpPr/>
          <p:nvPr/>
        </p:nvSpPr>
        <p:spPr>
          <a:xfrm>
            <a:off x="3438144" y="1664207"/>
            <a:ext cx="221284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A2画面_行1文字"/>
          <p:cNvSpPr txBox="1"/>
          <p:nvPr/>
        </p:nvSpPr>
        <p:spPr>
          <a:xfrm>
            <a:off x="3529584" y="1664207"/>
            <a:ext cx="187452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6262B"/>
                </a:solidFill>
              </a:rPr>
              <a:t>パスワードとセキュリティ</a:t>
            </a:r>
          </a:p>
        </p:txBody>
      </p:sp>
      <p:sp>
        <p:nvSpPr>
          <p:cNvPr id="25" name="A2画面_行1矢印"/>
          <p:cNvSpPr txBox="1"/>
          <p:nvPr/>
        </p:nvSpPr>
        <p:spPr>
          <a:xfrm>
            <a:off x="5431536" y="1664207"/>
            <a:ext cx="18288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0">
                <a:solidFill>
                  <a:srgbClr val="6B6B73"/>
                </a:solidFill>
              </a:rPr>
              <a:t>›</a:t>
            </a:r>
          </a:p>
        </p:txBody>
      </p:sp>
      <p:sp>
        <p:nvSpPr>
          <p:cNvPr id="26" name="A2画面_行2"/>
          <p:cNvSpPr/>
          <p:nvPr/>
        </p:nvSpPr>
        <p:spPr>
          <a:xfrm>
            <a:off x="3438144" y="2084831"/>
            <a:ext cx="221284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A2画面_行2文字"/>
          <p:cNvSpPr txBox="1"/>
          <p:nvPr/>
        </p:nvSpPr>
        <p:spPr>
          <a:xfrm>
            <a:off x="3529584" y="2084831"/>
            <a:ext cx="187452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6262B"/>
                </a:solidFill>
              </a:rPr>
              <a:t>サブスクリプション</a:t>
            </a:r>
          </a:p>
        </p:txBody>
      </p:sp>
      <p:sp>
        <p:nvSpPr>
          <p:cNvPr id="28" name="A2画面_行2矢印"/>
          <p:cNvSpPr txBox="1"/>
          <p:nvPr/>
        </p:nvSpPr>
        <p:spPr>
          <a:xfrm>
            <a:off x="5431536" y="2084831"/>
            <a:ext cx="18288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0">
                <a:solidFill>
                  <a:srgbClr val="6B6B73"/>
                </a:solidFill>
              </a:rPr>
              <a:t>›</a:t>
            </a:r>
          </a:p>
        </p:txBody>
      </p:sp>
      <p:sp>
        <p:nvSpPr>
          <p:cNvPr id="29" name="A2画面_行3"/>
          <p:cNvSpPr/>
          <p:nvPr/>
        </p:nvSpPr>
        <p:spPr>
          <a:xfrm>
            <a:off x="3438144" y="2505456"/>
            <a:ext cx="221284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A2画面_行3文字"/>
          <p:cNvSpPr txBox="1"/>
          <p:nvPr/>
        </p:nvSpPr>
        <p:spPr>
          <a:xfrm>
            <a:off x="3529584" y="2505456"/>
            <a:ext cx="187452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6262B"/>
                </a:solidFill>
              </a:rPr>
              <a:t>iCloud</a:t>
            </a:r>
          </a:p>
        </p:txBody>
      </p:sp>
      <p:sp>
        <p:nvSpPr>
          <p:cNvPr id="31" name="A2画面_行3矢印"/>
          <p:cNvSpPr txBox="1"/>
          <p:nvPr/>
        </p:nvSpPr>
        <p:spPr>
          <a:xfrm>
            <a:off x="5431536" y="2505456"/>
            <a:ext cx="18288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0">
                <a:solidFill>
                  <a:srgbClr val="6B6B73"/>
                </a:solidFill>
              </a:rPr>
              <a:t>›</a:t>
            </a:r>
          </a:p>
        </p:txBody>
      </p:sp>
      <p:sp>
        <p:nvSpPr>
          <p:cNvPr id="32" name="A2画面_行4"/>
          <p:cNvSpPr/>
          <p:nvPr/>
        </p:nvSpPr>
        <p:spPr>
          <a:xfrm>
            <a:off x="3438144" y="2926080"/>
            <a:ext cx="221284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A2画面_行4文字"/>
          <p:cNvSpPr txBox="1"/>
          <p:nvPr/>
        </p:nvSpPr>
        <p:spPr>
          <a:xfrm>
            <a:off x="3529584" y="2926080"/>
            <a:ext cx="187452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6262B"/>
                </a:solidFill>
              </a:rPr>
              <a:t>メディアと購入</a:t>
            </a:r>
          </a:p>
        </p:txBody>
      </p:sp>
      <p:sp>
        <p:nvSpPr>
          <p:cNvPr id="34" name="A2画面_行4矢印"/>
          <p:cNvSpPr txBox="1"/>
          <p:nvPr/>
        </p:nvSpPr>
        <p:spPr>
          <a:xfrm>
            <a:off x="5431536" y="2926080"/>
            <a:ext cx="18288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0">
                <a:solidFill>
                  <a:srgbClr val="6B6B73"/>
                </a:solidFill>
              </a:rPr>
              <a:t>›</a:t>
            </a:r>
          </a:p>
        </p:txBody>
      </p:sp>
      <p:sp>
        <p:nvSpPr>
          <p:cNvPr id="35" name="A2画面_行5"/>
          <p:cNvSpPr/>
          <p:nvPr/>
        </p:nvSpPr>
        <p:spPr>
          <a:xfrm>
            <a:off x="3438144" y="3346704"/>
            <a:ext cx="221284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A2画面_行5文字"/>
          <p:cNvSpPr txBox="1"/>
          <p:nvPr/>
        </p:nvSpPr>
        <p:spPr>
          <a:xfrm>
            <a:off x="3529584" y="3346704"/>
            <a:ext cx="187452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6262B"/>
                </a:solidFill>
              </a:rPr>
              <a:t>探す</a:t>
            </a:r>
          </a:p>
        </p:txBody>
      </p:sp>
      <p:sp>
        <p:nvSpPr>
          <p:cNvPr id="37" name="A2画面_行5矢印"/>
          <p:cNvSpPr txBox="1"/>
          <p:nvPr/>
        </p:nvSpPr>
        <p:spPr>
          <a:xfrm>
            <a:off x="5431536" y="3346704"/>
            <a:ext cx="18288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0">
                <a:solidFill>
                  <a:srgbClr val="6B6B73"/>
                </a:solidFill>
              </a:rPr>
              <a:t>›</a:t>
            </a:r>
          </a:p>
        </p:txBody>
      </p:sp>
      <p:sp>
        <p:nvSpPr>
          <p:cNvPr id="38" name="A2画面_行6"/>
          <p:cNvSpPr/>
          <p:nvPr/>
        </p:nvSpPr>
        <p:spPr>
          <a:xfrm>
            <a:off x="3438144" y="3767328"/>
            <a:ext cx="221284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A2画面_行6文字"/>
          <p:cNvSpPr txBox="1"/>
          <p:nvPr/>
        </p:nvSpPr>
        <p:spPr>
          <a:xfrm>
            <a:off x="3529584" y="3767328"/>
            <a:ext cx="187452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6262B"/>
                </a:solidFill>
              </a:rPr>
              <a:t>ファミリー共有</a:t>
            </a:r>
          </a:p>
        </p:txBody>
      </p:sp>
      <p:sp>
        <p:nvSpPr>
          <p:cNvPr id="40" name="A2画面_行6矢印"/>
          <p:cNvSpPr txBox="1"/>
          <p:nvPr/>
        </p:nvSpPr>
        <p:spPr>
          <a:xfrm>
            <a:off x="5431536" y="3767328"/>
            <a:ext cx="18288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0">
                <a:solidFill>
                  <a:srgbClr val="6B6B73"/>
                </a:solidFill>
              </a:rPr>
              <a:t>›</a:t>
            </a:r>
          </a:p>
        </p:txBody>
      </p:sp>
      <p:sp>
        <p:nvSpPr>
          <p:cNvPr id="41" name="A2画面_タップ箇所"/>
          <p:cNvSpPr/>
          <p:nvPr/>
        </p:nvSpPr>
        <p:spPr>
          <a:xfrm>
            <a:off x="3383280" y="3328416"/>
            <a:ext cx="2322576" cy="457200"/>
          </a:xfrm>
          <a:prstGeom prst="roundRect">
            <a:avLst>
              <a:gd name="adj" fmla="val 20000"/>
            </a:avLst>
          </a:prstGeom>
          <a:noFill/>
          <a:ln w="31750">
            <a:solidFill>
              <a:srgbClr val="D700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A3画面_本体"/>
          <p:cNvSpPr/>
          <p:nvPr/>
        </p:nvSpPr>
        <p:spPr>
          <a:xfrm>
            <a:off x="6053328" y="1097280"/>
            <a:ext cx="2468880" cy="3886200"/>
          </a:xfrm>
          <a:prstGeom prst="roundRect">
            <a:avLst>
              <a:gd name="adj" fmla="val 9000"/>
            </a:avLst>
          </a:prstGeom>
          <a:solidFill>
            <a:srgbClr val="F2F2F7"/>
          </a:solidFill>
          <a:ln w="3175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A3画面_タイトル"/>
          <p:cNvSpPr txBox="1"/>
          <p:nvPr/>
        </p:nvSpPr>
        <p:spPr>
          <a:xfrm>
            <a:off x="6053328" y="1280160"/>
            <a:ext cx="246888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6262B"/>
                </a:solidFill>
              </a:rPr>
              <a:t>探す</a:t>
            </a:r>
          </a:p>
        </p:txBody>
      </p:sp>
      <p:sp>
        <p:nvSpPr>
          <p:cNvPr id="44" name="A3画面_行1"/>
          <p:cNvSpPr/>
          <p:nvPr/>
        </p:nvSpPr>
        <p:spPr>
          <a:xfrm>
            <a:off x="6181344" y="1664207"/>
            <a:ext cx="221284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A3画面_行1文字"/>
          <p:cNvSpPr txBox="1"/>
          <p:nvPr/>
        </p:nvSpPr>
        <p:spPr>
          <a:xfrm>
            <a:off x="6272784" y="1664207"/>
            <a:ext cx="105156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6262B"/>
                </a:solidFill>
              </a:rPr>
              <a:t>iPhoneを探す</a:t>
            </a:r>
          </a:p>
        </p:txBody>
      </p:sp>
      <p:sp>
        <p:nvSpPr>
          <p:cNvPr id="46" name="A3画面_行1値"/>
          <p:cNvSpPr txBox="1"/>
          <p:nvPr/>
        </p:nvSpPr>
        <p:spPr>
          <a:xfrm>
            <a:off x="7607808" y="1664207"/>
            <a:ext cx="566928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000" b="0">
                <a:solidFill>
                  <a:srgbClr val="6B6B73"/>
                </a:solidFill>
              </a:rPr>
              <a:t>オン</a:t>
            </a:r>
          </a:p>
        </p:txBody>
      </p:sp>
      <p:sp>
        <p:nvSpPr>
          <p:cNvPr id="47" name="A3画面_行1矢印"/>
          <p:cNvSpPr txBox="1"/>
          <p:nvPr/>
        </p:nvSpPr>
        <p:spPr>
          <a:xfrm>
            <a:off x="8174736" y="1664207"/>
            <a:ext cx="18288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0">
                <a:solidFill>
                  <a:srgbClr val="6B6B73"/>
                </a:solidFill>
              </a:rPr>
              <a:t>›</a:t>
            </a:r>
          </a:p>
        </p:txBody>
      </p:sp>
      <p:sp>
        <p:nvSpPr>
          <p:cNvPr id="48" name="A3画面_行2"/>
          <p:cNvSpPr/>
          <p:nvPr/>
        </p:nvSpPr>
        <p:spPr>
          <a:xfrm>
            <a:off x="6181344" y="2084831"/>
            <a:ext cx="221284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9" name="A3画面_行2文字"/>
          <p:cNvSpPr txBox="1"/>
          <p:nvPr/>
        </p:nvSpPr>
        <p:spPr>
          <a:xfrm>
            <a:off x="6272784" y="2084831"/>
            <a:ext cx="187452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6262B"/>
                </a:solidFill>
              </a:rPr>
              <a:t>探すネットワーク</a:t>
            </a:r>
          </a:p>
        </p:txBody>
      </p:sp>
      <p:sp>
        <p:nvSpPr>
          <p:cNvPr id="50" name="A3画面_行2矢印"/>
          <p:cNvSpPr txBox="1"/>
          <p:nvPr/>
        </p:nvSpPr>
        <p:spPr>
          <a:xfrm>
            <a:off x="8174736" y="2084831"/>
            <a:ext cx="18288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0">
                <a:solidFill>
                  <a:srgbClr val="6B6B73"/>
                </a:solidFill>
              </a:rPr>
              <a:t>›</a:t>
            </a:r>
          </a:p>
        </p:txBody>
      </p:sp>
      <p:sp>
        <p:nvSpPr>
          <p:cNvPr id="51" name="A3画面_行3"/>
          <p:cNvSpPr/>
          <p:nvPr/>
        </p:nvSpPr>
        <p:spPr>
          <a:xfrm>
            <a:off x="6181344" y="2505456"/>
            <a:ext cx="221284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A3画面_行3文字"/>
          <p:cNvSpPr txBox="1"/>
          <p:nvPr/>
        </p:nvSpPr>
        <p:spPr>
          <a:xfrm>
            <a:off x="6272784" y="2505456"/>
            <a:ext cx="187452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6262B"/>
                </a:solidFill>
              </a:rPr>
              <a:t>最後の位置情報を送信</a:t>
            </a:r>
          </a:p>
        </p:txBody>
      </p:sp>
      <p:sp>
        <p:nvSpPr>
          <p:cNvPr id="53" name="A3画面_行3矢印"/>
          <p:cNvSpPr txBox="1"/>
          <p:nvPr/>
        </p:nvSpPr>
        <p:spPr>
          <a:xfrm>
            <a:off x="8174736" y="2505456"/>
            <a:ext cx="18288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0">
                <a:solidFill>
                  <a:srgbClr val="6B6B73"/>
                </a:solidFill>
              </a:rPr>
              <a:t>›</a:t>
            </a:r>
          </a:p>
        </p:txBody>
      </p:sp>
      <p:sp>
        <p:nvSpPr>
          <p:cNvPr id="54" name="A3画面_タップ箇所"/>
          <p:cNvSpPr/>
          <p:nvPr/>
        </p:nvSpPr>
        <p:spPr>
          <a:xfrm>
            <a:off x="6126480" y="1645919"/>
            <a:ext cx="2322576" cy="457200"/>
          </a:xfrm>
          <a:prstGeom prst="roundRect">
            <a:avLst>
              <a:gd name="adj" fmla="val 20000"/>
            </a:avLst>
          </a:prstGeom>
          <a:noFill/>
          <a:ln w="31750">
            <a:solidFill>
              <a:srgbClr val="D700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5" name="A4画面_本体"/>
          <p:cNvSpPr/>
          <p:nvPr/>
        </p:nvSpPr>
        <p:spPr>
          <a:xfrm>
            <a:off x="8796528" y="1097280"/>
            <a:ext cx="2468880" cy="3886200"/>
          </a:xfrm>
          <a:prstGeom prst="roundRect">
            <a:avLst>
              <a:gd name="adj" fmla="val 9000"/>
            </a:avLst>
          </a:prstGeom>
          <a:solidFill>
            <a:srgbClr val="F2F2F7"/>
          </a:solidFill>
          <a:ln w="3175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6" name="A4画面_タイトル"/>
          <p:cNvSpPr txBox="1"/>
          <p:nvPr/>
        </p:nvSpPr>
        <p:spPr>
          <a:xfrm>
            <a:off x="8796528" y="1280160"/>
            <a:ext cx="246888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6262B"/>
                </a:solidFill>
              </a:rPr>
              <a:t>iPhoneを探す</a:t>
            </a:r>
          </a:p>
        </p:txBody>
      </p:sp>
      <p:sp>
        <p:nvSpPr>
          <p:cNvPr id="57" name="A4画面_行1"/>
          <p:cNvSpPr/>
          <p:nvPr/>
        </p:nvSpPr>
        <p:spPr>
          <a:xfrm>
            <a:off x="8924544" y="1664207"/>
            <a:ext cx="221284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A4画面_行1文字"/>
          <p:cNvSpPr txBox="1"/>
          <p:nvPr/>
        </p:nvSpPr>
        <p:spPr>
          <a:xfrm>
            <a:off x="9015984" y="1664207"/>
            <a:ext cx="187452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6262B"/>
                </a:solidFill>
              </a:rPr>
              <a:t>iPhoneを探す</a:t>
            </a:r>
          </a:p>
        </p:txBody>
      </p:sp>
      <p:sp>
        <p:nvSpPr>
          <p:cNvPr id="59" name="A4画面_行1矢印"/>
          <p:cNvSpPr txBox="1"/>
          <p:nvPr/>
        </p:nvSpPr>
        <p:spPr>
          <a:xfrm>
            <a:off x="10917936" y="1664207"/>
            <a:ext cx="18288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0">
                <a:solidFill>
                  <a:srgbClr val="6B6B73"/>
                </a:solidFill>
              </a:rPr>
              <a:t>›</a:t>
            </a:r>
          </a:p>
        </p:txBody>
      </p:sp>
      <p:sp>
        <p:nvSpPr>
          <p:cNvPr id="60" name="A4画面_行2"/>
          <p:cNvSpPr/>
          <p:nvPr/>
        </p:nvSpPr>
        <p:spPr>
          <a:xfrm>
            <a:off x="8924544" y="2084831"/>
            <a:ext cx="221284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1" name="A4画面_行2文字"/>
          <p:cNvSpPr txBox="1"/>
          <p:nvPr/>
        </p:nvSpPr>
        <p:spPr>
          <a:xfrm>
            <a:off x="9015984" y="2084831"/>
            <a:ext cx="187452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6262B"/>
                </a:solidFill>
              </a:rPr>
              <a:t>探すネットワーク</a:t>
            </a:r>
          </a:p>
        </p:txBody>
      </p:sp>
      <p:sp>
        <p:nvSpPr>
          <p:cNvPr id="62" name="A4画面_行2矢印"/>
          <p:cNvSpPr txBox="1"/>
          <p:nvPr/>
        </p:nvSpPr>
        <p:spPr>
          <a:xfrm>
            <a:off x="10917936" y="2084831"/>
            <a:ext cx="18288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0">
                <a:solidFill>
                  <a:srgbClr val="6B6B73"/>
                </a:solidFill>
              </a:rPr>
              <a:t>›</a:t>
            </a:r>
          </a:p>
        </p:txBody>
      </p:sp>
      <p:sp>
        <p:nvSpPr>
          <p:cNvPr id="63" name="A4画面_行3"/>
          <p:cNvSpPr/>
          <p:nvPr/>
        </p:nvSpPr>
        <p:spPr>
          <a:xfrm>
            <a:off x="8924544" y="2505456"/>
            <a:ext cx="221284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A4画面_行3文字"/>
          <p:cNvSpPr txBox="1"/>
          <p:nvPr/>
        </p:nvSpPr>
        <p:spPr>
          <a:xfrm>
            <a:off x="9015984" y="2505456"/>
            <a:ext cx="187452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6262B"/>
                </a:solidFill>
              </a:rPr>
              <a:t>最後の位置情報を送信</a:t>
            </a:r>
          </a:p>
        </p:txBody>
      </p:sp>
      <p:sp>
        <p:nvSpPr>
          <p:cNvPr id="65" name="A4画面_行3矢印"/>
          <p:cNvSpPr txBox="1"/>
          <p:nvPr/>
        </p:nvSpPr>
        <p:spPr>
          <a:xfrm>
            <a:off x="10917936" y="2505456"/>
            <a:ext cx="18288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0">
                <a:solidFill>
                  <a:srgbClr val="6B6B73"/>
                </a:solidFill>
              </a:rPr>
              <a:t>›</a:t>
            </a:r>
          </a:p>
        </p:txBody>
      </p:sp>
      <p:sp>
        <p:nvSpPr>
          <p:cNvPr id="66" name="A4スイッチ"/>
          <p:cNvSpPr/>
          <p:nvPr/>
        </p:nvSpPr>
        <p:spPr>
          <a:xfrm>
            <a:off x="10396728" y="1764792"/>
            <a:ext cx="457200" cy="237744"/>
          </a:xfrm>
          <a:prstGeom prst="roundRect">
            <a:avLst>
              <a:gd name="adj" fmla="val 50000"/>
            </a:avLst>
          </a:prstGeom>
          <a:solidFill>
            <a:srgbClr val="34C759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7" name="A4つまみ"/>
          <p:cNvSpPr/>
          <p:nvPr/>
        </p:nvSpPr>
        <p:spPr>
          <a:xfrm>
            <a:off x="10634472" y="1783079"/>
            <a:ext cx="201168" cy="201168"/>
          </a:xfrm>
          <a:prstGeom prst="ellipse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8" name="A4スイッチ枠"/>
          <p:cNvSpPr/>
          <p:nvPr/>
        </p:nvSpPr>
        <p:spPr>
          <a:xfrm>
            <a:off x="10341864" y="1709928"/>
            <a:ext cx="566928" cy="347472"/>
          </a:xfrm>
          <a:prstGeom prst="roundRect">
            <a:avLst>
              <a:gd name="adj" fmla="val 50000"/>
            </a:avLst>
          </a:prstGeom>
          <a:noFill/>
          <a:ln w="31750">
            <a:solidFill>
              <a:srgbClr val="D700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9" name="A4パスワード確認"/>
          <p:cNvSpPr/>
          <p:nvPr/>
        </p:nvSpPr>
        <p:spPr>
          <a:xfrm>
            <a:off x="8979407" y="3108960"/>
            <a:ext cx="2103120" cy="169164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6B6B73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0" name="A4確認タイトル"/>
          <p:cNvSpPr txBox="1"/>
          <p:nvPr/>
        </p:nvSpPr>
        <p:spPr>
          <a:xfrm>
            <a:off x="8979407" y="3200400"/>
            <a:ext cx="2103120" cy="2743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100" b="1">
                <a:solidFill>
                  <a:srgbClr val="26262B"/>
                </a:solidFill>
              </a:rPr>
              <a:t>Apple IDのパスワード</a:t>
            </a:r>
          </a:p>
        </p:txBody>
      </p:sp>
      <p:sp>
        <p:nvSpPr>
          <p:cNvPr id="71" name="A4入力欄"/>
          <p:cNvSpPr/>
          <p:nvPr/>
        </p:nvSpPr>
        <p:spPr>
          <a:xfrm>
            <a:off x="9162287" y="3566160"/>
            <a:ext cx="1737360" cy="310896"/>
          </a:xfrm>
          <a:prstGeom prst="rect">
            <a:avLst/>
          </a:prstGeom>
          <a:solidFill>
            <a:srgbClr val="F2F2F7"/>
          </a:solidFill>
          <a:ln w="63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l"/>
            <a:r>
              <a:rPr sz="1200" b="0">
                <a:solidFill>
                  <a:srgbClr val="6B6B73"/>
                </a:solidFill>
              </a:rPr>
              <a:t>••••••••</a:t>
            </a:r>
          </a:p>
        </p:txBody>
      </p:sp>
      <p:sp>
        <p:nvSpPr>
          <p:cNvPr id="72" name="A4区切り"/>
          <p:cNvSpPr/>
          <p:nvPr/>
        </p:nvSpPr>
        <p:spPr>
          <a:xfrm>
            <a:off x="8979407" y="4114800"/>
            <a:ext cx="2103120" cy="9144"/>
          </a:xfrm>
          <a:prstGeom prst="rect">
            <a:avLst/>
          </a:prstGeom>
          <a:solidFill>
            <a:srgbClr val="D9D9D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3" name="A4キャンセル"/>
          <p:cNvSpPr txBox="1"/>
          <p:nvPr/>
        </p:nvSpPr>
        <p:spPr>
          <a:xfrm>
            <a:off x="8979407" y="4187952"/>
            <a:ext cx="105156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100" b="0">
                <a:solidFill>
                  <a:srgbClr val="007AFF"/>
                </a:solidFill>
              </a:rPr>
              <a:t>キャンセル</a:t>
            </a:r>
          </a:p>
        </p:txBody>
      </p:sp>
      <p:sp>
        <p:nvSpPr>
          <p:cNvPr id="74" name="A4オフにする"/>
          <p:cNvSpPr txBox="1"/>
          <p:nvPr/>
        </p:nvSpPr>
        <p:spPr>
          <a:xfrm>
            <a:off x="10030967" y="4187952"/>
            <a:ext cx="1051560" cy="5029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ctr"/>
            <a:r>
              <a:rPr sz="1100" b="1">
                <a:solidFill>
                  <a:srgbClr val="007AFF"/>
                </a:solidFill>
              </a:rPr>
              <a:t>オフにする</a:t>
            </a:r>
          </a:p>
        </p:txBody>
      </p:sp>
      <p:sp>
        <p:nvSpPr>
          <p:cNvPr id="75" name="A4タップ箇所"/>
          <p:cNvSpPr/>
          <p:nvPr/>
        </p:nvSpPr>
        <p:spPr>
          <a:xfrm>
            <a:off x="10122407" y="4206240"/>
            <a:ext cx="868680" cy="457200"/>
          </a:xfrm>
          <a:prstGeom prst="roundRect">
            <a:avLst>
              <a:gd name="adj" fmla="val 20000"/>
            </a:avLst>
          </a:prstGeom>
          <a:noFill/>
          <a:ln w="31750">
            <a:solidFill>
              <a:srgbClr val="D700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6" name="手順番号1"/>
          <p:cNvSpPr/>
          <p:nvPr/>
        </p:nvSpPr>
        <p:spPr>
          <a:xfrm>
            <a:off x="566928" y="5138928"/>
            <a:ext cx="384048" cy="384048"/>
          </a:xfrm>
          <a:prstGeom prst="ellipse">
            <a:avLst/>
          </a:prstGeom>
          <a:solidFill>
            <a:srgbClr val="3FA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77" name="手順1説明"/>
          <p:cNvSpPr txBox="1"/>
          <p:nvPr/>
        </p:nvSpPr>
        <p:spPr>
          <a:xfrm>
            <a:off x="1024128" y="5102352"/>
            <a:ext cx="2011680" cy="9601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62B"/>
                </a:solidFill>
              </a:rPr>
              <a:t>「設定」を開き、一番上の自分の名前（Apple ID）をタップ</a:t>
            </a:r>
          </a:p>
        </p:txBody>
      </p:sp>
      <p:sp>
        <p:nvSpPr>
          <p:cNvPr id="78" name="手順番号2"/>
          <p:cNvSpPr/>
          <p:nvPr/>
        </p:nvSpPr>
        <p:spPr>
          <a:xfrm>
            <a:off x="3310128" y="5138928"/>
            <a:ext cx="384048" cy="384048"/>
          </a:xfrm>
          <a:prstGeom prst="ellipse">
            <a:avLst/>
          </a:prstGeom>
          <a:solidFill>
            <a:srgbClr val="3FA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79" name="手順2説明"/>
          <p:cNvSpPr txBox="1"/>
          <p:nvPr/>
        </p:nvSpPr>
        <p:spPr>
          <a:xfrm>
            <a:off x="3767328" y="5102352"/>
            <a:ext cx="2011680" cy="9601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62B"/>
                </a:solidFill>
              </a:rPr>
              <a:t>「探す」をタップ</a:t>
            </a:r>
          </a:p>
        </p:txBody>
      </p:sp>
      <p:sp>
        <p:nvSpPr>
          <p:cNvPr id="80" name="手順番号3"/>
          <p:cNvSpPr/>
          <p:nvPr/>
        </p:nvSpPr>
        <p:spPr>
          <a:xfrm>
            <a:off x="6053328" y="5138928"/>
            <a:ext cx="384048" cy="384048"/>
          </a:xfrm>
          <a:prstGeom prst="ellipse">
            <a:avLst/>
          </a:prstGeom>
          <a:solidFill>
            <a:srgbClr val="3FA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81" name="手順3説明"/>
          <p:cNvSpPr txBox="1"/>
          <p:nvPr/>
        </p:nvSpPr>
        <p:spPr>
          <a:xfrm>
            <a:off x="6510528" y="5102352"/>
            <a:ext cx="2011680" cy="9601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62B"/>
                </a:solidFill>
              </a:rPr>
              <a:t>「iPhoneを探す」をタップ</a:t>
            </a:r>
          </a:p>
        </p:txBody>
      </p:sp>
      <p:sp>
        <p:nvSpPr>
          <p:cNvPr id="82" name="手順番号4"/>
          <p:cNvSpPr/>
          <p:nvPr/>
        </p:nvSpPr>
        <p:spPr>
          <a:xfrm>
            <a:off x="8796528" y="5138928"/>
            <a:ext cx="384048" cy="384048"/>
          </a:xfrm>
          <a:prstGeom prst="ellipse">
            <a:avLst/>
          </a:prstGeom>
          <a:solidFill>
            <a:srgbClr val="3FA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83" name="手順4説明"/>
          <p:cNvSpPr txBox="1"/>
          <p:nvPr/>
        </p:nvSpPr>
        <p:spPr>
          <a:xfrm>
            <a:off x="9253728" y="5102352"/>
            <a:ext cx="2011680" cy="9601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62B"/>
                </a:solidFill>
              </a:rPr>
              <a:t>スイッチをオフ → パスワード入力 →「オフにする」</a:t>
            </a:r>
          </a:p>
        </p:txBody>
      </p:sp>
      <p:sp>
        <p:nvSpPr>
          <p:cNvPr id="84" name="注記"/>
          <p:cNvSpPr txBox="1"/>
          <p:nvPr/>
        </p:nvSpPr>
        <p:spPr>
          <a:xfrm>
            <a:off x="566928" y="5989320"/>
            <a:ext cx="109728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6B73"/>
                </a:solidFill>
              </a:rPr>
              <a:t>※ 画面はイメージです。iOSのバージョンにより表示が少し異なります。赤枠がタップする場所です。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手順B　iPhoneをリセット（初期化）する</a:t>
            </a:r>
          </a:p>
        </p:txBody>
      </p:sp>
      <p:sp>
        <p:nvSpPr>
          <p:cNvPr id="3" name="B1画面_本体"/>
          <p:cNvSpPr/>
          <p:nvPr/>
        </p:nvSpPr>
        <p:spPr>
          <a:xfrm>
            <a:off x="566928" y="1097280"/>
            <a:ext cx="2468880" cy="3886200"/>
          </a:xfrm>
          <a:prstGeom prst="roundRect">
            <a:avLst>
              <a:gd name="adj" fmla="val 9000"/>
            </a:avLst>
          </a:prstGeom>
          <a:solidFill>
            <a:srgbClr val="F2F2F7"/>
          </a:solidFill>
          <a:ln w="3175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B1画面_タイトル"/>
          <p:cNvSpPr txBox="1"/>
          <p:nvPr/>
        </p:nvSpPr>
        <p:spPr>
          <a:xfrm>
            <a:off x="566928" y="1280160"/>
            <a:ext cx="246888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6262B"/>
                </a:solidFill>
              </a:rPr>
              <a:t>設定</a:t>
            </a:r>
          </a:p>
        </p:txBody>
      </p:sp>
      <p:sp>
        <p:nvSpPr>
          <p:cNvPr id="5" name="B1画面_行1"/>
          <p:cNvSpPr/>
          <p:nvPr/>
        </p:nvSpPr>
        <p:spPr>
          <a:xfrm>
            <a:off x="694944" y="1664207"/>
            <a:ext cx="221284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B1画面_行1文字"/>
          <p:cNvSpPr txBox="1"/>
          <p:nvPr/>
        </p:nvSpPr>
        <p:spPr>
          <a:xfrm>
            <a:off x="786384" y="1664207"/>
            <a:ext cx="187452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6262B"/>
                </a:solidFill>
              </a:rPr>
              <a:t>通知</a:t>
            </a:r>
          </a:p>
        </p:txBody>
      </p:sp>
      <p:sp>
        <p:nvSpPr>
          <p:cNvPr id="7" name="B1画面_行1矢印"/>
          <p:cNvSpPr txBox="1"/>
          <p:nvPr/>
        </p:nvSpPr>
        <p:spPr>
          <a:xfrm>
            <a:off x="2688336" y="1664207"/>
            <a:ext cx="18288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0">
                <a:solidFill>
                  <a:srgbClr val="6B6B73"/>
                </a:solidFill>
              </a:rPr>
              <a:t>›</a:t>
            </a:r>
          </a:p>
        </p:txBody>
      </p:sp>
      <p:sp>
        <p:nvSpPr>
          <p:cNvPr id="8" name="B1画面_行2"/>
          <p:cNvSpPr/>
          <p:nvPr/>
        </p:nvSpPr>
        <p:spPr>
          <a:xfrm>
            <a:off x="694944" y="2084831"/>
            <a:ext cx="221284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B1画面_行2文字"/>
          <p:cNvSpPr txBox="1"/>
          <p:nvPr/>
        </p:nvSpPr>
        <p:spPr>
          <a:xfrm>
            <a:off x="786384" y="2084831"/>
            <a:ext cx="187452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6262B"/>
                </a:solidFill>
              </a:rPr>
              <a:t>サウンドと触覚</a:t>
            </a:r>
          </a:p>
        </p:txBody>
      </p:sp>
      <p:sp>
        <p:nvSpPr>
          <p:cNvPr id="10" name="B1画面_行2矢印"/>
          <p:cNvSpPr txBox="1"/>
          <p:nvPr/>
        </p:nvSpPr>
        <p:spPr>
          <a:xfrm>
            <a:off x="2688336" y="2084831"/>
            <a:ext cx="18288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0">
                <a:solidFill>
                  <a:srgbClr val="6B6B73"/>
                </a:solidFill>
              </a:rPr>
              <a:t>›</a:t>
            </a:r>
          </a:p>
        </p:txBody>
      </p:sp>
      <p:sp>
        <p:nvSpPr>
          <p:cNvPr id="11" name="B1画面_行3"/>
          <p:cNvSpPr/>
          <p:nvPr/>
        </p:nvSpPr>
        <p:spPr>
          <a:xfrm>
            <a:off x="694944" y="2505456"/>
            <a:ext cx="221284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B1画面_行3文字"/>
          <p:cNvSpPr txBox="1"/>
          <p:nvPr/>
        </p:nvSpPr>
        <p:spPr>
          <a:xfrm>
            <a:off x="786384" y="2505456"/>
            <a:ext cx="187452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6262B"/>
                </a:solidFill>
              </a:rPr>
              <a:t>画面表示と明るさ</a:t>
            </a:r>
          </a:p>
        </p:txBody>
      </p:sp>
      <p:sp>
        <p:nvSpPr>
          <p:cNvPr id="13" name="B1画面_行3矢印"/>
          <p:cNvSpPr txBox="1"/>
          <p:nvPr/>
        </p:nvSpPr>
        <p:spPr>
          <a:xfrm>
            <a:off x="2688336" y="2505456"/>
            <a:ext cx="18288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0">
                <a:solidFill>
                  <a:srgbClr val="6B6B73"/>
                </a:solidFill>
              </a:rPr>
              <a:t>›</a:t>
            </a:r>
          </a:p>
        </p:txBody>
      </p:sp>
      <p:sp>
        <p:nvSpPr>
          <p:cNvPr id="14" name="B1画面_行4"/>
          <p:cNvSpPr/>
          <p:nvPr/>
        </p:nvSpPr>
        <p:spPr>
          <a:xfrm>
            <a:off x="694944" y="2926080"/>
            <a:ext cx="221284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B1画面_行4文字"/>
          <p:cNvSpPr txBox="1"/>
          <p:nvPr/>
        </p:nvSpPr>
        <p:spPr>
          <a:xfrm>
            <a:off x="786384" y="2926080"/>
            <a:ext cx="187452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6262B"/>
                </a:solidFill>
              </a:rPr>
              <a:t>一般</a:t>
            </a:r>
          </a:p>
        </p:txBody>
      </p:sp>
      <p:sp>
        <p:nvSpPr>
          <p:cNvPr id="16" name="B1画面_行4矢印"/>
          <p:cNvSpPr txBox="1"/>
          <p:nvPr/>
        </p:nvSpPr>
        <p:spPr>
          <a:xfrm>
            <a:off x="2688336" y="2926080"/>
            <a:ext cx="18288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0">
                <a:solidFill>
                  <a:srgbClr val="6B6B73"/>
                </a:solidFill>
              </a:rPr>
              <a:t>›</a:t>
            </a:r>
          </a:p>
        </p:txBody>
      </p:sp>
      <p:sp>
        <p:nvSpPr>
          <p:cNvPr id="17" name="B1画面_行5"/>
          <p:cNvSpPr/>
          <p:nvPr/>
        </p:nvSpPr>
        <p:spPr>
          <a:xfrm>
            <a:off x="694944" y="3346704"/>
            <a:ext cx="221284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B1画面_行5文字"/>
          <p:cNvSpPr txBox="1"/>
          <p:nvPr/>
        </p:nvSpPr>
        <p:spPr>
          <a:xfrm>
            <a:off x="786384" y="3346704"/>
            <a:ext cx="187452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6262B"/>
                </a:solidFill>
              </a:rPr>
              <a:t>コントロールセンター</a:t>
            </a:r>
          </a:p>
        </p:txBody>
      </p:sp>
      <p:sp>
        <p:nvSpPr>
          <p:cNvPr id="19" name="B1画面_行5矢印"/>
          <p:cNvSpPr txBox="1"/>
          <p:nvPr/>
        </p:nvSpPr>
        <p:spPr>
          <a:xfrm>
            <a:off x="2688336" y="3346704"/>
            <a:ext cx="18288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0">
                <a:solidFill>
                  <a:srgbClr val="6B6B73"/>
                </a:solidFill>
              </a:rPr>
              <a:t>›</a:t>
            </a:r>
          </a:p>
        </p:txBody>
      </p:sp>
      <p:sp>
        <p:nvSpPr>
          <p:cNvPr id="20" name="B1画面_タップ箇所"/>
          <p:cNvSpPr/>
          <p:nvPr/>
        </p:nvSpPr>
        <p:spPr>
          <a:xfrm>
            <a:off x="640080" y="2907792"/>
            <a:ext cx="2322576" cy="457200"/>
          </a:xfrm>
          <a:prstGeom prst="roundRect">
            <a:avLst>
              <a:gd name="adj" fmla="val 20000"/>
            </a:avLst>
          </a:prstGeom>
          <a:noFill/>
          <a:ln w="31750">
            <a:solidFill>
              <a:srgbClr val="D700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B2画面_本体"/>
          <p:cNvSpPr/>
          <p:nvPr/>
        </p:nvSpPr>
        <p:spPr>
          <a:xfrm>
            <a:off x="3310128" y="1097280"/>
            <a:ext cx="2468880" cy="3886200"/>
          </a:xfrm>
          <a:prstGeom prst="roundRect">
            <a:avLst>
              <a:gd name="adj" fmla="val 9000"/>
            </a:avLst>
          </a:prstGeom>
          <a:solidFill>
            <a:srgbClr val="F2F2F7"/>
          </a:solidFill>
          <a:ln w="3175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B2画面_タイトル"/>
          <p:cNvSpPr txBox="1"/>
          <p:nvPr/>
        </p:nvSpPr>
        <p:spPr>
          <a:xfrm>
            <a:off x="3310128" y="1280160"/>
            <a:ext cx="246888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6262B"/>
                </a:solidFill>
              </a:rPr>
              <a:t>一般</a:t>
            </a:r>
          </a:p>
        </p:txBody>
      </p:sp>
      <p:sp>
        <p:nvSpPr>
          <p:cNvPr id="23" name="B2画面_行1"/>
          <p:cNvSpPr/>
          <p:nvPr/>
        </p:nvSpPr>
        <p:spPr>
          <a:xfrm>
            <a:off x="3438144" y="1664207"/>
            <a:ext cx="221284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B2画面_行1文字"/>
          <p:cNvSpPr txBox="1"/>
          <p:nvPr/>
        </p:nvSpPr>
        <p:spPr>
          <a:xfrm>
            <a:off x="3529584" y="1664207"/>
            <a:ext cx="187452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6262B"/>
                </a:solidFill>
              </a:rPr>
              <a:t>情報</a:t>
            </a:r>
          </a:p>
        </p:txBody>
      </p:sp>
      <p:sp>
        <p:nvSpPr>
          <p:cNvPr id="25" name="B2画面_行1矢印"/>
          <p:cNvSpPr txBox="1"/>
          <p:nvPr/>
        </p:nvSpPr>
        <p:spPr>
          <a:xfrm>
            <a:off x="5431536" y="1664207"/>
            <a:ext cx="18288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0">
                <a:solidFill>
                  <a:srgbClr val="6B6B73"/>
                </a:solidFill>
              </a:rPr>
              <a:t>›</a:t>
            </a:r>
          </a:p>
        </p:txBody>
      </p:sp>
      <p:sp>
        <p:nvSpPr>
          <p:cNvPr id="26" name="B2画面_行2"/>
          <p:cNvSpPr/>
          <p:nvPr/>
        </p:nvSpPr>
        <p:spPr>
          <a:xfrm>
            <a:off x="3438144" y="2084831"/>
            <a:ext cx="221284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B2画面_行2文字"/>
          <p:cNvSpPr txBox="1"/>
          <p:nvPr/>
        </p:nvSpPr>
        <p:spPr>
          <a:xfrm>
            <a:off x="3529584" y="2084831"/>
            <a:ext cx="187452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6262B"/>
                </a:solidFill>
              </a:rPr>
              <a:t>ソフトウェアアップデート</a:t>
            </a:r>
          </a:p>
        </p:txBody>
      </p:sp>
      <p:sp>
        <p:nvSpPr>
          <p:cNvPr id="28" name="B2画面_行2矢印"/>
          <p:cNvSpPr txBox="1"/>
          <p:nvPr/>
        </p:nvSpPr>
        <p:spPr>
          <a:xfrm>
            <a:off x="5431536" y="2084831"/>
            <a:ext cx="18288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0">
                <a:solidFill>
                  <a:srgbClr val="6B6B73"/>
                </a:solidFill>
              </a:rPr>
              <a:t>›</a:t>
            </a:r>
          </a:p>
        </p:txBody>
      </p:sp>
      <p:sp>
        <p:nvSpPr>
          <p:cNvPr id="29" name="B2画面_行3"/>
          <p:cNvSpPr/>
          <p:nvPr/>
        </p:nvSpPr>
        <p:spPr>
          <a:xfrm>
            <a:off x="3438144" y="2505456"/>
            <a:ext cx="221284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B2画面_行3文字"/>
          <p:cNvSpPr txBox="1"/>
          <p:nvPr/>
        </p:nvSpPr>
        <p:spPr>
          <a:xfrm>
            <a:off x="3529584" y="2505456"/>
            <a:ext cx="187452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6262B"/>
                </a:solidFill>
              </a:rPr>
              <a:t>iPhoneストレージ</a:t>
            </a:r>
          </a:p>
        </p:txBody>
      </p:sp>
      <p:sp>
        <p:nvSpPr>
          <p:cNvPr id="31" name="B2画面_行3矢印"/>
          <p:cNvSpPr txBox="1"/>
          <p:nvPr/>
        </p:nvSpPr>
        <p:spPr>
          <a:xfrm>
            <a:off x="5431536" y="2505456"/>
            <a:ext cx="18288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0">
                <a:solidFill>
                  <a:srgbClr val="6B6B73"/>
                </a:solidFill>
              </a:rPr>
              <a:t>›</a:t>
            </a:r>
          </a:p>
        </p:txBody>
      </p:sp>
      <p:sp>
        <p:nvSpPr>
          <p:cNvPr id="32" name="B2画面_行4"/>
          <p:cNvSpPr/>
          <p:nvPr/>
        </p:nvSpPr>
        <p:spPr>
          <a:xfrm>
            <a:off x="3438144" y="2926080"/>
            <a:ext cx="221284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3" name="B2画面_行4文字"/>
          <p:cNvSpPr txBox="1"/>
          <p:nvPr/>
        </p:nvSpPr>
        <p:spPr>
          <a:xfrm>
            <a:off x="3529584" y="2926080"/>
            <a:ext cx="187452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6262B"/>
                </a:solidFill>
              </a:rPr>
              <a:t>VPNとデバイス管理</a:t>
            </a:r>
          </a:p>
        </p:txBody>
      </p:sp>
      <p:sp>
        <p:nvSpPr>
          <p:cNvPr id="34" name="B2画面_行4矢印"/>
          <p:cNvSpPr txBox="1"/>
          <p:nvPr/>
        </p:nvSpPr>
        <p:spPr>
          <a:xfrm>
            <a:off x="5431536" y="2926080"/>
            <a:ext cx="18288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0">
                <a:solidFill>
                  <a:srgbClr val="6B6B73"/>
                </a:solidFill>
              </a:rPr>
              <a:t>›</a:t>
            </a:r>
          </a:p>
        </p:txBody>
      </p:sp>
      <p:sp>
        <p:nvSpPr>
          <p:cNvPr id="35" name="B2画面_行5"/>
          <p:cNvSpPr/>
          <p:nvPr/>
        </p:nvSpPr>
        <p:spPr>
          <a:xfrm>
            <a:off x="3438144" y="3346704"/>
            <a:ext cx="221284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B2画面_行5文字"/>
          <p:cNvSpPr txBox="1"/>
          <p:nvPr/>
        </p:nvSpPr>
        <p:spPr>
          <a:xfrm>
            <a:off x="3529584" y="3346704"/>
            <a:ext cx="187452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6262B"/>
                </a:solidFill>
              </a:rPr>
              <a:t>転送またはiPhoneをリセット</a:t>
            </a:r>
          </a:p>
        </p:txBody>
      </p:sp>
      <p:sp>
        <p:nvSpPr>
          <p:cNvPr id="37" name="B2画面_行5矢印"/>
          <p:cNvSpPr txBox="1"/>
          <p:nvPr/>
        </p:nvSpPr>
        <p:spPr>
          <a:xfrm>
            <a:off x="5431536" y="3346704"/>
            <a:ext cx="18288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0">
                <a:solidFill>
                  <a:srgbClr val="6B6B73"/>
                </a:solidFill>
              </a:rPr>
              <a:t>›</a:t>
            </a:r>
          </a:p>
        </p:txBody>
      </p:sp>
      <p:sp>
        <p:nvSpPr>
          <p:cNvPr id="38" name="B2画面_行6"/>
          <p:cNvSpPr/>
          <p:nvPr/>
        </p:nvSpPr>
        <p:spPr>
          <a:xfrm>
            <a:off x="3438144" y="3767328"/>
            <a:ext cx="221284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9" name="B2画面_行6文字"/>
          <p:cNvSpPr txBox="1"/>
          <p:nvPr/>
        </p:nvSpPr>
        <p:spPr>
          <a:xfrm>
            <a:off x="3529584" y="3767328"/>
            <a:ext cx="187452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007AFF"/>
                </a:solidFill>
              </a:rPr>
              <a:t>システム終了</a:t>
            </a:r>
          </a:p>
        </p:txBody>
      </p:sp>
      <p:sp>
        <p:nvSpPr>
          <p:cNvPr id="40" name="B2画面_行6矢印"/>
          <p:cNvSpPr txBox="1"/>
          <p:nvPr/>
        </p:nvSpPr>
        <p:spPr>
          <a:xfrm>
            <a:off x="5431536" y="3767328"/>
            <a:ext cx="18288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0">
                <a:solidFill>
                  <a:srgbClr val="6B6B73"/>
                </a:solidFill>
              </a:rPr>
              <a:t>›</a:t>
            </a:r>
          </a:p>
        </p:txBody>
      </p:sp>
      <p:sp>
        <p:nvSpPr>
          <p:cNvPr id="41" name="B2画面_タップ箇所"/>
          <p:cNvSpPr/>
          <p:nvPr/>
        </p:nvSpPr>
        <p:spPr>
          <a:xfrm>
            <a:off x="3383280" y="3328416"/>
            <a:ext cx="2322576" cy="457200"/>
          </a:xfrm>
          <a:prstGeom prst="roundRect">
            <a:avLst>
              <a:gd name="adj" fmla="val 20000"/>
            </a:avLst>
          </a:prstGeom>
          <a:noFill/>
          <a:ln w="31750">
            <a:solidFill>
              <a:srgbClr val="D700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B3画面_本体"/>
          <p:cNvSpPr/>
          <p:nvPr/>
        </p:nvSpPr>
        <p:spPr>
          <a:xfrm>
            <a:off x="6053328" y="1097280"/>
            <a:ext cx="2468880" cy="3886200"/>
          </a:xfrm>
          <a:prstGeom prst="roundRect">
            <a:avLst>
              <a:gd name="adj" fmla="val 9000"/>
            </a:avLst>
          </a:prstGeom>
          <a:solidFill>
            <a:srgbClr val="F2F2F7"/>
          </a:solidFill>
          <a:ln w="3175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3" name="B3画面_タイトル"/>
          <p:cNvSpPr txBox="1"/>
          <p:nvPr/>
        </p:nvSpPr>
        <p:spPr>
          <a:xfrm>
            <a:off x="6053328" y="1280160"/>
            <a:ext cx="246888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6262B"/>
                </a:solidFill>
              </a:rPr>
              <a:t>転送またはiPhoneをリセット</a:t>
            </a:r>
          </a:p>
        </p:txBody>
      </p:sp>
      <p:sp>
        <p:nvSpPr>
          <p:cNvPr id="44" name="B3画面_行1"/>
          <p:cNvSpPr/>
          <p:nvPr/>
        </p:nvSpPr>
        <p:spPr>
          <a:xfrm>
            <a:off x="6181344" y="1664207"/>
            <a:ext cx="221284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5" name="B3画面_行1文字"/>
          <p:cNvSpPr txBox="1"/>
          <p:nvPr/>
        </p:nvSpPr>
        <p:spPr>
          <a:xfrm>
            <a:off x="6272784" y="1664207"/>
            <a:ext cx="187452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D70015"/>
                </a:solidFill>
              </a:rPr>
              <a:t>すべてのコンテンツと設定を消去</a:t>
            </a:r>
          </a:p>
        </p:txBody>
      </p:sp>
      <p:sp>
        <p:nvSpPr>
          <p:cNvPr id="46" name="B3画面_行1矢印"/>
          <p:cNvSpPr txBox="1"/>
          <p:nvPr/>
        </p:nvSpPr>
        <p:spPr>
          <a:xfrm>
            <a:off x="8174736" y="1664207"/>
            <a:ext cx="18288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0">
                <a:solidFill>
                  <a:srgbClr val="6B6B73"/>
                </a:solidFill>
              </a:rPr>
              <a:t>›</a:t>
            </a:r>
          </a:p>
        </p:txBody>
      </p:sp>
      <p:sp>
        <p:nvSpPr>
          <p:cNvPr id="47" name="B3画面_行2"/>
          <p:cNvSpPr/>
          <p:nvPr/>
        </p:nvSpPr>
        <p:spPr>
          <a:xfrm>
            <a:off x="6181344" y="2084831"/>
            <a:ext cx="2212848" cy="420624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B3画面_行2文字"/>
          <p:cNvSpPr txBox="1"/>
          <p:nvPr/>
        </p:nvSpPr>
        <p:spPr>
          <a:xfrm>
            <a:off x="6272784" y="2084831"/>
            <a:ext cx="187452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100" b="0">
                <a:solidFill>
                  <a:srgbClr val="26262B"/>
                </a:solidFill>
              </a:rPr>
              <a:t>リセット</a:t>
            </a:r>
          </a:p>
        </p:txBody>
      </p:sp>
      <p:sp>
        <p:nvSpPr>
          <p:cNvPr id="49" name="B3画面_行2矢印"/>
          <p:cNvSpPr txBox="1"/>
          <p:nvPr/>
        </p:nvSpPr>
        <p:spPr>
          <a:xfrm>
            <a:off x="8174736" y="2084831"/>
            <a:ext cx="182880" cy="420624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r"/>
            <a:r>
              <a:rPr sz="1300" b="0">
                <a:solidFill>
                  <a:srgbClr val="6B6B73"/>
                </a:solidFill>
              </a:rPr>
              <a:t>›</a:t>
            </a:r>
          </a:p>
        </p:txBody>
      </p:sp>
      <p:sp>
        <p:nvSpPr>
          <p:cNvPr id="50" name="B3画面_タップ箇所"/>
          <p:cNvSpPr/>
          <p:nvPr/>
        </p:nvSpPr>
        <p:spPr>
          <a:xfrm>
            <a:off x="6126480" y="1645919"/>
            <a:ext cx="2322576" cy="457200"/>
          </a:xfrm>
          <a:prstGeom prst="roundRect">
            <a:avLst>
              <a:gd name="adj" fmla="val 20000"/>
            </a:avLst>
          </a:prstGeom>
          <a:noFill/>
          <a:ln w="31750">
            <a:solidFill>
              <a:srgbClr val="D700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1" name="B4画面_本体"/>
          <p:cNvSpPr/>
          <p:nvPr/>
        </p:nvSpPr>
        <p:spPr>
          <a:xfrm>
            <a:off x="8796528" y="1097280"/>
            <a:ext cx="2468880" cy="3886200"/>
          </a:xfrm>
          <a:prstGeom prst="roundRect">
            <a:avLst>
              <a:gd name="adj" fmla="val 9000"/>
            </a:avLst>
          </a:prstGeom>
          <a:solidFill>
            <a:srgbClr val="F2F2F7"/>
          </a:solidFill>
          <a:ln w="31750">
            <a:solidFill>
              <a:srgbClr val="26262B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B4画面_タイトル"/>
          <p:cNvSpPr txBox="1"/>
          <p:nvPr/>
        </p:nvSpPr>
        <p:spPr>
          <a:xfrm>
            <a:off x="8796528" y="1280160"/>
            <a:ext cx="246888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ctr"/>
            <a:r>
              <a:rPr sz="1300" b="1">
                <a:solidFill>
                  <a:srgbClr val="26262B"/>
                </a:solidFill>
              </a:rPr>
              <a:t>iPhoneを消去</a:t>
            </a:r>
          </a:p>
        </p:txBody>
      </p:sp>
      <p:sp>
        <p:nvSpPr>
          <p:cNvPr id="53" name="B4案内"/>
          <p:cNvSpPr txBox="1"/>
          <p:nvPr/>
        </p:nvSpPr>
        <p:spPr>
          <a:xfrm>
            <a:off x="8979407" y="1783080"/>
            <a:ext cx="2103120" cy="82296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26262B"/>
                </a:solidFill>
              </a:rPr>
              <a:t>パスコードを入力</a:t>
            </a:r>
          </a:p>
          <a:p>
            <a:pPr algn="l"/>
            <a:r>
              <a:rPr sz="1100" b="0">
                <a:solidFill>
                  <a:srgbClr val="26262B"/>
                </a:solidFill>
              </a:rPr>
              <a:t>Apple IDのパスワードを入力</a:t>
            </a:r>
          </a:p>
        </p:txBody>
      </p:sp>
      <p:sp>
        <p:nvSpPr>
          <p:cNvPr id="54" name="B4入力欄1"/>
          <p:cNvSpPr/>
          <p:nvPr/>
        </p:nvSpPr>
        <p:spPr>
          <a:xfrm>
            <a:off x="8979407" y="2468880"/>
            <a:ext cx="2103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l"/>
            <a:r>
              <a:rPr sz="1200" b="0">
                <a:solidFill>
                  <a:srgbClr val="6B6B73"/>
                </a:solidFill>
              </a:rPr>
              <a:t>• • • • • •</a:t>
            </a:r>
          </a:p>
        </p:txBody>
      </p:sp>
      <p:sp>
        <p:nvSpPr>
          <p:cNvPr id="55" name="B4入力欄2"/>
          <p:cNvSpPr/>
          <p:nvPr/>
        </p:nvSpPr>
        <p:spPr>
          <a:xfrm>
            <a:off x="8979407" y="2880360"/>
            <a:ext cx="2103120" cy="310896"/>
          </a:xfrm>
          <a:prstGeom prst="rect">
            <a:avLst/>
          </a:prstGeom>
          <a:solidFill>
            <a:srgbClr val="FFFFFF"/>
          </a:solidFill>
          <a:ln w="635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l"/>
            <a:r>
              <a:rPr sz="1200" b="0">
                <a:solidFill>
                  <a:srgbClr val="6B6B73"/>
                </a:solidFill>
              </a:rPr>
              <a:t>••••••••</a:t>
            </a:r>
          </a:p>
        </p:txBody>
      </p:sp>
      <p:sp>
        <p:nvSpPr>
          <p:cNvPr id="56" name="B4消去ボタン"/>
          <p:cNvSpPr/>
          <p:nvPr/>
        </p:nvSpPr>
        <p:spPr>
          <a:xfrm>
            <a:off x="8979407" y="4023360"/>
            <a:ext cx="2103120" cy="457200"/>
          </a:xfrm>
          <a:prstGeom prst="roundRect">
            <a:avLst>
              <a:gd name="adj" fmla="val 30000"/>
            </a:avLst>
          </a:prstGeom>
          <a:solidFill>
            <a:srgbClr val="D7001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200" b="1">
                <a:solidFill>
                  <a:srgbClr val="FFFFFF"/>
                </a:solidFill>
              </a:rPr>
              <a:t>iPhoneを消去</a:t>
            </a:r>
          </a:p>
        </p:txBody>
      </p:sp>
      <p:sp>
        <p:nvSpPr>
          <p:cNvPr id="57" name="B4タップ箇所"/>
          <p:cNvSpPr/>
          <p:nvPr/>
        </p:nvSpPr>
        <p:spPr>
          <a:xfrm>
            <a:off x="8906255" y="3950208"/>
            <a:ext cx="2249424" cy="603504"/>
          </a:xfrm>
          <a:prstGeom prst="roundRect">
            <a:avLst>
              <a:gd name="adj" fmla="val 30000"/>
            </a:avLst>
          </a:prstGeom>
          <a:noFill/>
          <a:ln w="31750">
            <a:solidFill>
              <a:srgbClr val="D7001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手順番号1"/>
          <p:cNvSpPr/>
          <p:nvPr/>
        </p:nvSpPr>
        <p:spPr>
          <a:xfrm>
            <a:off x="566928" y="5138928"/>
            <a:ext cx="384048" cy="384048"/>
          </a:xfrm>
          <a:prstGeom prst="ellipse">
            <a:avLst/>
          </a:prstGeom>
          <a:solidFill>
            <a:srgbClr val="3FA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9" name="手順1説明"/>
          <p:cNvSpPr txBox="1"/>
          <p:nvPr/>
        </p:nvSpPr>
        <p:spPr>
          <a:xfrm>
            <a:off x="1024128" y="5102352"/>
            <a:ext cx="2011680" cy="9601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62B"/>
                </a:solidFill>
              </a:rPr>
              <a:t>「設定」を開き、「一般」をタップ</a:t>
            </a:r>
          </a:p>
        </p:txBody>
      </p:sp>
      <p:sp>
        <p:nvSpPr>
          <p:cNvPr id="60" name="手順番号2"/>
          <p:cNvSpPr/>
          <p:nvPr/>
        </p:nvSpPr>
        <p:spPr>
          <a:xfrm>
            <a:off x="3310128" y="5138928"/>
            <a:ext cx="384048" cy="384048"/>
          </a:xfrm>
          <a:prstGeom prst="ellipse">
            <a:avLst/>
          </a:prstGeom>
          <a:solidFill>
            <a:srgbClr val="3FA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61" name="手順2説明"/>
          <p:cNvSpPr txBox="1"/>
          <p:nvPr/>
        </p:nvSpPr>
        <p:spPr>
          <a:xfrm>
            <a:off x="3767328" y="5102352"/>
            <a:ext cx="2011680" cy="9601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62B"/>
                </a:solidFill>
              </a:rPr>
              <a:t>一番下にある「転送またはiPhoneをリセット」をタップ</a:t>
            </a:r>
          </a:p>
        </p:txBody>
      </p:sp>
      <p:sp>
        <p:nvSpPr>
          <p:cNvPr id="62" name="手順番号3"/>
          <p:cNvSpPr/>
          <p:nvPr/>
        </p:nvSpPr>
        <p:spPr>
          <a:xfrm>
            <a:off x="6053328" y="5138928"/>
            <a:ext cx="384048" cy="384048"/>
          </a:xfrm>
          <a:prstGeom prst="ellipse">
            <a:avLst/>
          </a:prstGeom>
          <a:solidFill>
            <a:srgbClr val="3FA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63" name="手順3説明"/>
          <p:cNvSpPr txBox="1"/>
          <p:nvPr/>
        </p:nvSpPr>
        <p:spPr>
          <a:xfrm>
            <a:off x="6510528" y="5102352"/>
            <a:ext cx="2011680" cy="9601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62B"/>
                </a:solidFill>
              </a:rPr>
              <a:t>「すべてのコンテンツと設定を消去」をタップ</a:t>
            </a:r>
          </a:p>
        </p:txBody>
      </p:sp>
      <p:sp>
        <p:nvSpPr>
          <p:cNvPr id="64" name="手順番号4"/>
          <p:cNvSpPr/>
          <p:nvPr/>
        </p:nvSpPr>
        <p:spPr>
          <a:xfrm>
            <a:off x="8796528" y="5138928"/>
            <a:ext cx="384048" cy="384048"/>
          </a:xfrm>
          <a:prstGeom prst="ellipse">
            <a:avLst/>
          </a:prstGeom>
          <a:solidFill>
            <a:srgbClr val="3FA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4</a:t>
            </a:r>
          </a:p>
        </p:txBody>
      </p:sp>
      <p:sp>
        <p:nvSpPr>
          <p:cNvPr id="65" name="手順4説明"/>
          <p:cNvSpPr txBox="1"/>
          <p:nvPr/>
        </p:nvSpPr>
        <p:spPr>
          <a:xfrm>
            <a:off x="9253728" y="5102352"/>
            <a:ext cx="2011680" cy="96012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62B"/>
                </a:solidFill>
              </a:rPr>
              <a:t>パスコードとパスワードを入力し「iPhoneを消去」</a:t>
            </a:r>
          </a:p>
        </p:txBody>
      </p:sp>
      <p:sp>
        <p:nvSpPr>
          <p:cNvPr id="66" name="注記"/>
          <p:cNvSpPr txBox="1"/>
          <p:nvPr/>
        </p:nvSpPr>
        <p:spPr>
          <a:xfrm>
            <a:off x="566928" y="5989320"/>
            <a:ext cx="10972800" cy="3200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100" b="0">
                <a:solidFill>
                  <a:srgbClr val="6B6B73"/>
                </a:solidFill>
              </a:rPr>
              <a:t>※ 消去には数分かかります。完了するまで電源を切らず、充電したまま待ちます。画面はイメージです。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困ったときは</a:t>
            </a:r>
          </a:p>
        </p:txBody>
      </p:sp>
      <p:sp>
        <p:nvSpPr>
          <p:cNvPr id="3" name="カード1"/>
          <p:cNvSpPr/>
          <p:nvPr/>
        </p:nvSpPr>
        <p:spPr>
          <a:xfrm>
            <a:off x="676656" y="1097280"/>
            <a:ext cx="342900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手順番号1"/>
          <p:cNvSpPr/>
          <p:nvPr/>
        </p:nvSpPr>
        <p:spPr>
          <a:xfrm>
            <a:off x="905256" y="1325880"/>
            <a:ext cx="457200" cy="457200"/>
          </a:xfrm>
          <a:prstGeom prst="ellipse">
            <a:avLst/>
          </a:prstGeom>
          <a:solidFill>
            <a:srgbClr val="3FA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カード見出し1"/>
          <p:cNvSpPr txBox="1"/>
          <p:nvPr/>
        </p:nvSpPr>
        <p:spPr>
          <a:xfrm>
            <a:off x="1499616" y="1234440"/>
            <a:ext cx="2423160" cy="7315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26262B"/>
                </a:solidFill>
              </a:rPr>
              <a:t>Apple IDのパスワードを忘れた</a:t>
            </a:r>
          </a:p>
        </p:txBody>
      </p:sp>
      <p:sp>
        <p:nvSpPr>
          <p:cNvPr id="6" name="点1-1"/>
          <p:cNvSpPr/>
          <p:nvPr/>
        </p:nvSpPr>
        <p:spPr>
          <a:xfrm>
            <a:off x="932688" y="2359152"/>
            <a:ext cx="128016" cy="128016"/>
          </a:xfrm>
          <a:prstGeom prst="ellipse">
            <a:avLst/>
          </a:prstGeom>
          <a:solidFill>
            <a:srgbClr val="3FA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カード本文1-1"/>
          <p:cNvSpPr txBox="1"/>
          <p:nvPr/>
        </p:nvSpPr>
        <p:spPr>
          <a:xfrm>
            <a:off x="1179576" y="2240280"/>
            <a:ext cx="269748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62B"/>
                </a:solidFill>
              </a:rPr>
              <a:t>iforgot.apple.com でパスワードをリセット</a:t>
            </a:r>
          </a:p>
        </p:txBody>
      </p:sp>
      <p:sp>
        <p:nvSpPr>
          <p:cNvPr id="8" name="点1-2"/>
          <p:cNvSpPr/>
          <p:nvPr/>
        </p:nvSpPr>
        <p:spPr>
          <a:xfrm>
            <a:off x="932688" y="3227832"/>
            <a:ext cx="128016" cy="128016"/>
          </a:xfrm>
          <a:prstGeom prst="ellipse">
            <a:avLst/>
          </a:prstGeom>
          <a:solidFill>
            <a:srgbClr val="3FA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カード本文1-2"/>
          <p:cNvSpPr txBox="1"/>
          <p:nvPr/>
        </p:nvSpPr>
        <p:spPr>
          <a:xfrm>
            <a:off x="1179576" y="3108960"/>
            <a:ext cx="269748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62B"/>
                </a:solidFill>
              </a:rPr>
              <a:t>再設定には、登録済みのメールアドレスや電話番号の確認が必要</a:t>
            </a:r>
          </a:p>
        </p:txBody>
      </p:sp>
      <p:sp>
        <p:nvSpPr>
          <p:cNvPr id="10" name="点1-3"/>
          <p:cNvSpPr/>
          <p:nvPr/>
        </p:nvSpPr>
        <p:spPr>
          <a:xfrm>
            <a:off x="932688" y="4096511"/>
            <a:ext cx="128016" cy="128016"/>
          </a:xfrm>
          <a:prstGeom prst="ellipse">
            <a:avLst/>
          </a:prstGeom>
          <a:solidFill>
            <a:srgbClr val="3FA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カード本文1-3"/>
          <p:cNvSpPr txBox="1"/>
          <p:nvPr/>
        </p:nvSpPr>
        <p:spPr>
          <a:xfrm>
            <a:off x="1179576" y="3977639"/>
            <a:ext cx="269748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62B"/>
                </a:solidFill>
              </a:rPr>
              <a:t>リセット後、手順A・Bをやり直す</a:t>
            </a:r>
          </a:p>
        </p:txBody>
      </p:sp>
      <p:sp>
        <p:nvSpPr>
          <p:cNvPr id="12" name="カード2"/>
          <p:cNvSpPr/>
          <p:nvPr/>
        </p:nvSpPr>
        <p:spPr>
          <a:xfrm>
            <a:off x="4379976" y="1097280"/>
            <a:ext cx="342900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手順番号2"/>
          <p:cNvSpPr/>
          <p:nvPr/>
        </p:nvSpPr>
        <p:spPr>
          <a:xfrm>
            <a:off x="4608576" y="1325880"/>
            <a:ext cx="457200" cy="457200"/>
          </a:xfrm>
          <a:prstGeom prst="ellipse">
            <a:avLst/>
          </a:prstGeom>
          <a:solidFill>
            <a:srgbClr val="3FA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カード見出し2"/>
          <p:cNvSpPr txBox="1"/>
          <p:nvPr/>
        </p:nvSpPr>
        <p:spPr>
          <a:xfrm>
            <a:off x="5202936" y="1234440"/>
            <a:ext cx="2423160" cy="7315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26262B"/>
                </a:solidFill>
              </a:rPr>
              <a:t>端末が手元にない（遠隔で解除）</a:t>
            </a:r>
          </a:p>
        </p:txBody>
      </p:sp>
      <p:sp>
        <p:nvSpPr>
          <p:cNvPr id="15" name="点2-1"/>
          <p:cNvSpPr/>
          <p:nvPr/>
        </p:nvSpPr>
        <p:spPr>
          <a:xfrm>
            <a:off x="4636008" y="2359152"/>
            <a:ext cx="128016" cy="128016"/>
          </a:xfrm>
          <a:prstGeom prst="ellipse">
            <a:avLst/>
          </a:prstGeom>
          <a:solidFill>
            <a:srgbClr val="3FA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カード本文2-1"/>
          <p:cNvSpPr txBox="1"/>
          <p:nvPr/>
        </p:nvSpPr>
        <p:spPr>
          <a:xfrm>
            <a:off x="4882896" y="2240280"/>
            <a:ext cx="269748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62B"/>
                </a:solidFill>
              </a:rPr>
              <a:t>パソコンで icloud.com/find にサインイン</a:t>
            </a:r>
          </a:p>
        </p:txBody>
      </p:sp>
      <p:sp>
        <p:nvSpPr>
          <p:cNvPr id="17" name="点2-2"/>
          <p:cNvSpPr/>
          <p:nvPr/>
        </p:nvSpPr>
        <p:spPr>
          <a:xfrm>
            <a:off x="4636008" y="3227832"/>
            <a:ext cx="128016" cy="128016"/>
          </a:xfrm>
          <a:prstGeom prst="ellipse">
            <a:avLst/>
          </a:prstGeom>
          <a:solidFill>
            <a:srgbClr val="3FA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カード本文2-2"/>
          <p:cNvSpPr txBox="1"/>
          <p:nvPr/>
        </p:nvSpPr>
        <p:spPr>
          <a:xfrm>
            <a:off x="4882896" y="3108960"/>
            <a:ext cx="269748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62B"/>
                </a:solidFill>
              </a:rPr>
              <a:t>「すべてのデバイス」から対象を選択</a:t>
            </a:r>
          </a:p>
        </p:txBody>
      </p:sp>
      <p:sp>
        <p:nvSpPr>
          <p:cNvPr id="19" name="点2-3"/>
          <p:cNvSpPr/>
          <p:nvPr/>
        </p:nvSpPr>
        <p:spPr>
          <a:xfrm>
            <a:off x="4636008" y="4096511"/>
            <a:ext cx="128016" cy="128016"/>
          </a:xfrm>
          <a:prstGeom prst="ellipse">
            <a:avLst/>
          </a:prstGeom>
          <a:solidFill>
            <a:srgbClr val="3FA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カード本文2-3"/>
          <p:cNvSpPr txBox="1"/>
          <p:nvPr/>
        </p:nvSpPr>
        <p:spPr>
          <a:xfrm>
            <a:off x="4882896" y="3977639"/>
            <a:ext cx="269748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62B"/>
                </a:solidFill>
              </a:rPr>
              <a:t>「このデバイスを消去」→ 完了後「アカウントから削除」</a:t>
            </a:r>
          </a:p>
        </p:txBody>
      </p:sp>
      <p:sp>
        <p:nvSpPr>
          <p:cNvPr id="21" name="カード3"/>
          <p:cNvSpPr/>
          <p:nvPr/>
        </p:nvSpPr>
        <p:spPr>
          <a:xfrm>
            <a:off x="8083296" y="1097280"/>
            <a:ext cx="342900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手順番号3"/>
          <p:cNvSpPr/>
          <p:nvPr/>
        </p:nvSpPr>
        <p:spPr>
          <a:xfrm>
            <a:off x="8311896" y="1325880"/>
            <a:ext cx="457200" cy="457200"/>
          </a:xfrm>
          <a:prstGeom prst="ellipse">
            <a:avLst/>
          </a:prstGeom>
          <a:solidFill>
            <a:srgbClr val="3FA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カード見出し3"/>
          <p:cNvSpPr txBox="1"/>
          <p:nvPr/>
        </p:nvSpPr>
        <p:spPr>
          <a:xfrm>
            <a:off x="8906256" y="1234440"/>
            <a:ext cx="2423160" cy="7315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26262B"/>
                </a:solidFill>
              </a:rPr>
              <a:t>初期化後「Appleアカウントでサインイン」と出る</a:t>
            </a:r>
          </a:p>
        </p:txBody>
      </p:sp>
      <p:sp>
        <p:nvSpPr>
          <p:cNvPr id="24" name="点3-1"/>
          <p:cNvSpPr/>
          <p:nvPr/>
        </p:nvSpPr>
        <p:spPr>
          <a:xfrm>
            <a:off x="8339327" y="2359152"/>
            <a:ext cx="128016" cy="128016"/>
          </a:xfrm>
          <a:prstGeom prst="ellipse">
            <a:avLst/>
          </a:prstGeom>
          <a:solidFill>
            <a:srgbClr val="3FA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カード本文3-1"/>
          <p:cNvSpPr txBox="1"/>
          <p:nvPr/>
        </p:nvSpPr>
        <p:spPr>
          <a:xfrm>
            <a:off x="8586216" y="2240280"/>
            <a:ext cx="269748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62B"/>
                </a:solidFill>
              </a:rPr>
              <a:t>アクティベーションロックがかかっている状態</a:t>
            </a:r>
          </a:p>
        </p:txBody>
      </p:sp>
      <p:sp>
        <p:nvSpPr>
          <p:cNvPr id="26" name="点3-2"/>
          <p:cNvSpPr/>
          <p:nvPr/>
        </p:nvSpPr>
        <p:spPr>
          <a:xfrm>
            <a:off x="8339327" y="3227832"/>
            <a:ext cx="128016" cy="128016"/>
          </a:xfrm>
          <a:prstGeom prst="ellipse">
            <a:avLst/>
          </a:prstGeom>
          <a:solidFill>
            <a:srgbClr val="3FA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カード本文3-2"/>
          <p:cNvSpPr txBox="1"/>
          <p:nvPr/>
        </p:nvSpPr>
        <p:spPr>
          <a:xfrm>
            <a:off x="8586216" y="3108960"/>
            <a:ext cx="269748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62B"/>
                </a:solidFill>
              </a:rPr>
              <a:t>前の所有者のApple IDで解除が必要</a:t>
            </a:r>
          </a:p>
        </p:txBody>
      </p:sp>
      <p:sp>
        <p:nvSpPr>
          <p:cNvPr id="28" name="点3-3"/>
          <p:cNvSpPr/>
          <p:nvPr/>
        </p:nvSpPr>
        <p:spPr>
          <a:xfrm>
            <a:off x="8339327" y="4096511"/>
            <a:ext cx="128016" cy="128016"/>
          </a:xfrm>
          <a:prstGeom prst="ellipse">
            <a:avLst/>
          </a:prstGeom>
          <a:solidFill>
            <a:srgbClr val="3FA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カード本文3-3"/>
          <p:cNvSpPr txBox="1"/>
          <p:nvPr/>
        </p:nvSpPr>
        <p:spPr>
          <a:xfrm>
            <a:off x="8586216" y="3977639"/>
            <a:ext cx="269748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62B"/>
                </a:solidFill>
              </a:rPr>
              <a:t>購入証明があっても、Appleでは解除できない場合あり</a:t>
            </a:r>
          </a:p>
        </p:txBody>
      </p:sp>
      <p:sp>
        <p:nvSpPr>
          <p:cNvPr id="30" name="注意パネル"/>
          <p:cNvSpPr/>
          <p:nvPr/>
        </p:nvSpPr>
        <p:spPr>
          <a:xfrm>
            <a:off x="676656" y="5257800"/>
            <a:ext cx="10835640" cy="731520"/>
          </a:xfrm>
          <a:prstGeom prst="roundRect">
            <a:avLst>
              <a:gd name="adj" fmla="val 10000"/>
            </a:avLst>
          </a:prstGeom>
          <a:solidFill>
            <a:srgbClr val="E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注意文"/>
          <p:cNvSpPr txBox="1"/>
          <p:nvPr/>
        </p:nvSpPr>
        <p:spPr>
          <a:xfrm>
            <a:off x="960120" y="5257800"/>
            <a:ext cx="10332720" cy="7315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26262B"/>
                </a:solidFill>
              </a:rPr>
              <a:t>パソコン（FinderまたはiTunes）で復元した場合も、「iPhoneを探す」がオンのままだと、再起動後にアクティベーションロックがかかります。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携帯のリセット、登録チームに丸投げしていませんか？</a:t>
            </a:r>
          </a:p>
        </p:txBody>
      </p:sp>
      <p:sp>
        <p:nvSpPr>
          <p:cNvPr id="3" name="カード1"/>
          <p:cNvSpPr/>
          <p:nvPr/>
        </p:nvSpPr>
        <p:spPr>
          <a:xfrm>
            <a:off x="676656" y="1097280"/>
            <a:ext cx="342900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手順番号1"/>
          <p:cNvSpPr/>
          <p:nvPr/>
        </p:nvSpPr>
        <p:spPr>
          <a:xfrm>
            <a:off x="905256" y="1325880"/>
            <a:ext cx="457200" cy="457200"/>
          </a:xfrm>
          <a:prstGeom prst="ellipse">
            <a:avLst/>
          </a:prstGeom>
          <a:solidFill>
            <a:srgbClr val="3FA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1</a:t>
            </a:r>
          </a:p>
        </p:txBody>
      </p:sp>
      <p:sp>
        <p:nvSpPr>
          <p:cNvPr id="5" name="カード見出し1"/>
          <p:cNvSpPr txBox="1"/>
          <p:nvPr/>
        </p:nvSpPr>
        <p:spPr>
          <a:xfrm>
            <a:off x="1499616" y="1234440"/>
            <a:ext cx="2423160" cy="7315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26262B"/>
                </a:solidFill>
              </a:rPr>
              <a:t>こんな依頼ありませんか</a:t>
            </a:r>
          </a:p>
        </p:txBody>
      </p:sp>
      <p:sp>
        <p:nvSpPr>
          <p:cNvPr id="6" name="点1-1"/>
          <p:cNvSpPr/>
          <p:nvPr/>
        </p:nvSpPr>
        <p:spPr>
          <a:xfrm>
            <a:off x="932688" y="2359152"/>
            <a:ext cx="128016" cy="128016"/>
          </a:xfrm>
          <a:prstGeom prst="ellipse">
            <a:avLst/>
          </a:prstGeom>
          <a:solidFill>
            <a:srgbClr val="3FA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カード本文1-1"/>
          <p:cNvSpPr txBox="1"/>
          <p:nvPr/>
        </p:nvSpPr>
        <p:spPr>
          <a:xfrm>
            <a:off x="1179576" y="2240280"/>
            <a:ext cx="269748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62B"/>
                </a:solidFill>
              </a:rPr>
              <a:t>「画面が動かない」と端末を渡して「リセットお願い」</a:t>
            </a:r>
          </a:p>
        </p:txBody>
      </p:sp>
      <p:sp>
        <p:nvSpPr>
          <p:cNvPr id="8" name="点1-2"/>
          <p:cNvSpPr/>
          <p:nvPr/>
        </p:nvSpPr>
        <p:spPr>
          <a:xfrm>
            <a:off x="932688" y="3227832"/>
            <a:ext cx="128016" cy="128016"/>
          </a:xfrm>
          <a:prstGeom prst="ellipse">
            <a:avLst/>
          </a:prstGeom>
          <a:solidFill>
            <a:srgbClr val="3FA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カード本文1-2"/>
          <p:cNvSpPr txBox="1"/>
          <p:nvPr/>
        </p:nvSpPr>
        <p:spPr>
          <a:xfrm>
            <a:off x="1179576" y="3108960"/>
            <a:ext cx="269748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62B"/>
                </a:solidFill>
              </a:rPr>
              <a:t>「機種変するから初期化しといて」</a:t>
            </a:r>
          </a:p>
        </p:txBody>
      </p:sp>
      <p:sp>
        <p:nvSpPr>
          <p:cNvPr id="12" name="カード2"/>
          <p:cNvSpPr/>
          <p:nvPr/>
        </p:nvSpPr>
        <p:spPr>
          <a:xfrm>
            <a:off x="4379976" y="1097280"/>
            <a:ext cx="342900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手順番号2"/>
          <p:cNvSpPr/>
          <p:nvPr/>
        </p:nvSpPr>
        <p:spPr>
          <a:xfrm>
            <a:off x="4608576" y="1325880"/>
            <a:ext cx="457200" cy="457200"/>
          </a:xfrm>
          <a:prstGeom prst="ellipse">
            <a:avLst/>
          </a:prstGeom>
          <a:solidFill>
            <a:srgbClr val="3FA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2</a:t>
            </a:r>
          </a:p>
        </p:txBody>
      </p:sp>
      <p:sp>
        <p:nvSpPr>
          <p:cNvPr id="14" name="カード見出し2"/>
          <p:cNvSpPr txBox="1"/>
          <p:nvPr/>
        </p:nvSpPr>
        <p:spPr>
          <a:xfrm>
            <a:off x="5202936" y="1234440"/>
            <a:ext cx="2423160" cy="7315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26262B"/>
                </a:solidFill>
              </a:rPr>
              <a:t>本人にしかできない</a:t>
            </a:r>
          </a:p>
        </p:txBody>
      </p:sp>
      <p:sp>
        <p:nvSpPr>
          <p:cNvPr id="15" name="点2-1"/>
          <p:cNvSpPr/>
          <p:nvPr/>
        </p:nvSpPr>
        <p:spPr>
          <a:xfrm>
            <a:off x="4636008" y="2359152"/>
            <a:ext cx="128016" cy="128016"/>
          </a:xfrm>
          <a:prstGeom prst="ellipse">
            <a:avLst/>
          </a:prstGeom>
          <a:solidFill>
            <a:srgbClr val="3FA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カード本文2-1"/>
          <p:cNvSpPr txBox="1"/>
          <p:nvPr/>
        </p:nvSpPr>
        <p:spPr>
          <a:xfrm>
            <a:off x="4882896" y="2240280"/>
            <a:ext cx="269748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62B"/>
                </a:solidFill>
              </a:rPr>
              <a:t>Apple IDのパスワードは本人しか知らない</a:t>
            </a:r>
          </a:p>
        </p:txBody>
      </p:sp>
      <p:sp>
        <p:nvSpPr>
          <p:cNvPr id="17" name="点2-2"/>
          <p:cNvSpPr/>
          <p:nvPr/>
        </p:nvSpPr>
        <p:spPr>
          <a:xfrm>
            <a:off x="4636008" y="3227832"/>
            <a:ext cx="128016" cy="128016"/>
          </a:xfrm>
          <a:prstGeom prst="ellipse">
            <a:avLst/>
          </a:prstGeom>
          <a:solidFill>
            <a:srgbClr val="3FA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カード本文2-2"/>
          <p:cNvSpPr txBox="1"/>
          <p:nvPr/>
        </p:nvSpPr>
        <p:spPr>
          <a:xfrm>
            <a:off x="4882896" y="3108960"/>
            <a:ext cx="269748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62B"/>
                </a:solidFill>
              </a:rPr>
              <a:t>「iPhoneを探す」のオフにも本人のパスワードが必要</a:t>
            </a:r>
          </a:p>
        </p:txBody>
      </p:sp>
      <p:sp>
        <p:nvSpPr>
          <p:cNvPr id="21" name="カード3"/>
          <p:cNvSpPr/>
          <p:nvPr/>
        </p:nvSpPr>
        <p:spPr>
          <a:xfrm>
            <a:off x="8083296" y="1097280"/>
            <a:ext cx="3429000" cy="3931920"/>
          </a:xfrm>
          <a:prstGeom prst="roundRect">
            <a:avLst>
              <a:gd name="adj" fmla="val 5000"/>
            </a:avLst>
          </a:prstGeom>
          <a:solidFill>
            <a:srgbClr val="FFFFFF"/>
          </a:solidFill>
          <a:ln w="12700">
            <a:solidFill>
              <a:srgbClr val="D9D9DE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手順番号3"/>
          <p:cNvSpPr/>
          <p:nvPr/>
        </p:nvSpPr>
        <p:spPr>
          <a:xfrm>
            <a:off x="8311896" y="1325880"/>
            <a:ext cx="457200" cy="457200"/>
          </a:xfrm>
          <a:prstGeom prst="ellipse">
            <a:avLst/>
          </a:prstGeom>
          <a:solidFill>
            <a:srgbClr val="3FA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54864" rIns="54864" tIns="18288" bIns="18288" wrap="square"/>
          <a:lstStyle/>
          <a:p>
            <a:pPr algn="ctr"/>
            <a:r>
              <a:rPr sz="1600" b="1">
                <a:solidFill>
                  <a:srgbClr val="FFFFFF"/>
                </a:solidFill>
              </a:rPr>
              <a:t>3</a:t>
            </a:r>
          </a:p>
        </p:txBody>
      </p:sp>
      <p:sp>
        <p:nvSpPr>
          <p:cNvPr id="23" name="カード見出し3"/>
          <p:cNvSpPr txBox="1"/>
          <p:nvPr/>
        </p:nvSpPr>
        <p:spPr>
          <a:xfrm>
            <a:off x="8906256" y="1234440"/>
            <a:ext cx="2423160" cy="7315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500" b="1">
                <a:solidFill>
                  <a:srgbClr val="26262B"/>
                </a:solidFill>
              </a:rPr>
              <a:t>まずはご自身で対応を</a:t>
            </a:r>
          </a:p>
        </p:txBody>
      </p:sp>
      <p:sp>
        <p:nvSpPr>
          <p:cNvPr id="24" name="点3-1"/>
          <p:cNvSpPr/>
          <p:nvPr/>
        </p:nvSpPr>
        <p:spPr>
          <a:xfrm>
            <a:off x="8339327" y="2359152"/>
            <a:ext cx="128016" cy="128016"/>
          </a:xfrm>
          <a:prstGeom prst="ellipse">
            <a:avLst/>
          </a:prstGeom>
          <a:solidFill>
            <a:srgbClr val="3FA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5" name="カード本文3-1"/>
          <p:cNvSpPr txBox="1"/>
          <p:nvPr/>
        </p:nvSpPr>
        <p:spPr>
          <a:xfrm>
            <a:off x="8586216" y="2240280"/>
            <a:ext cx="269748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62B"/>
                </a:solidFill>
              </a:rPr>
              <a:t>手順A・Bで、数分あれば初期化できる</a:t>
            </a:r>
          </a:p>
        </p:txBody>
      </p:sp>
      <p:sp>
        <p:nvSpPr>
          <p:cNvPr id="26" name="点3-2"/>
          <p:cNvSpPr/>
          <p:nvPr/>
        </p:nvSpPr>
        <p:spPr>
          <a:xfrm>
            <a:off x="8339327" y="3227832"/>
            <a:ext cx="128016" cy="128016"/>
          </a:xfrm>
          <a:prstGeom prst="ellipse">
            <a:avLst/>
          </a:prstGeom>
          <a:solidFill>
            <a:srgbClr val="3FA9B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カード本文3-2"/>
          <p:cNvSpPr txBox="1"/>
          <p:nvPr/>
        </p:nvSpPr>
        <p:spPr>
          <a:xfrm>
            <a:off x="8586216" y="3108960"/>
            <a:ext cx="2697480" cy="777240"/>
          </a:xfrm>
          <a:prstGeom prst="rect">
            <a:avLst/>
          </a:prstGeom>
          <a:noFill/>
        </p:spPr>
        <p:txBody>
          <a:bodyPr wrap="square" lIns="0" rIns="0" tIns="18288" bIns="18288" anchor="t">
            <a:spAutoFit/>
          </a:bodyPr>
          <a:lstStyle/>
          <a:p>
            <a:pPr algn="l"/>
            <a:r>
              <a:rPr sz="1400" b="0">
                <a:solidFill>
                  <a:srgbClr val="26262B"/>
                </a:solidFill>
              </a:rPr>
              <a:t>詰まったときは「困ったときは」のページを確認</a:t>
            </a:r>
          </a:p>
        </p:txBody>
      </p:sp>
      <p:sp>
        <p:nvSpPr>
          <p:cNvPr id="30" name="注意パネル"/>
          <p:cNvSpPr/>
          <p:nvPr/>
        </p:nvSpPr>
        <p:spPr>
          <a:xfrm>
            <a:off x="676656" y="5257800"/>
            <a:ext cx="10835640" cy="731520"/>
          </a:xfrm>
          <a:prstGeom prst="roundRect">
            <a:avLst>
              <a:gd name="adj" fmla="val 10000"/>
            </a:avLst>
          </a:prstGeom>
          <a:solidFill>
            <a:srgbClr val="E3F4F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注意文"/>
          <p:cNvSpPr txBox="1"/>
          <p:nvPr/>
        </p:nvSpPr>
        <p:spPr>
          <a:xfrm>
            <a:off x="960120" y="5257800"/>
            <a:ext cx="10332720" cy="731520"/>
          </a:xfrm>
          <a:prstGeom prst="rect">
            <a:avLst/>
          </a:prstGeom>
          <a:noFill/>
        </p:spPr>
        <p:txBody>
          <a:bodyPr wrap="square" lIns="0" rIns="0" tIns="18288" bIns="18288" anchor="ctr">
            <a:spAutoFit/>
          </a:bodyPr>
          <a:lstStyle/>
          <a:p>
            <a:pPr algn="l"/>
            <a:r>
              <a:rPr sz="1300" b="0">
                <a:solidFill>
                  <a:srgbClr val="26262B"/>
                </a:solidFill>
              </a:rPr>
              <a:t>初期化はApple IDを知っている本人が行うのが基本です。次のページから、手順を一緒に確認しましょう。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デザインの設定">
  <a:themeElements>
    <a:clrScheme name="ユーザー定義 4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customXml/_rels/item1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'1.0' encoding='UTF-8' standalone='yes'?>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lcf76f155ced4ddcb4097134ff3c332f xmlns="183b202c-ae80-4e15-8c69-6a1d9998050a">
      <Terms xmlns="http://schemas.microsoft.com/office/infopath/2007/PartnerControls"/>
    </lcf76f155ced4ddcb4097134ff3c332f>
    <TaxCatchAll xmlns="8ce37a9d-ae0a-4fdd-8655-549331436814" xsi:nil="true"/>
  </documentManagement>
</p:properties>
</file>

<file path=customXml/item2.xml><?xml version="1.0" encoding="utf-8"?>
<ct:contentTypeSchema xmlns:ct="http://schemas.microsoft.com/office/2006/metadata/contentType" xmlns:ma="http://schemas.microsoft.com/office/2006/metadata/properties/metaAttributes" ct:_="" ma:_="" ma:contentTypeName="ドキュメント" ma:contentTypeID="0x0101008EC6ACA214567D47A6078E47D8ED1BBE" ma:contentTypeVersion="15" ma:contentTypeDescription="新しいドキュメントを作成します。" ma:contentTypeScope="" ma:versionID="74eed977d7b50fbe8079d00736f53f2a">
  <xsd:schema xmlns:xsd="http://www.w3.org/2001/XMLSchema" xmlns:xs="http://www.w3.org/2001/XMLSchema" xmlns:p="http://schemas.microsoft.com/office/2006/metadata/properties" xmlns:ns2="183b202c-ae80-4e15-8c69-6a1d9998050a" xmlns:ns3="8ce37a9d-ae0a-4fdd-8655-549331436814" targetNamespace="http://schemas.microsoft.com/office/2006/metadata/properties" ma:root="true" ma:fieldsID="3c989128e423020e69842fcb37ef8b94" ns2:_="" ns3:_="">
    <xsd:import namespace="183b202c-ae80-4e15-8c69-6a1d9998050a"/>
    <xsd:import namespace="8ce37a9d-ae0a-4fdd-8655-549331436814"/>
    <xsd:element name="properties">
      <xsd:complexType>
        <xsd:sequence>
          <xsd:element name="documentManagement">
            <xsd:complexType>
              <xsd:all>
                <xsd:element ref="ns2:lcf76f155ced4ddcb4097134ff3c332f" minOccurs="0"/>
                <xsd:element ref="ns3:TaxCatchAll" minOccurs="0"/>
                <xsd:element ref="ns2:MediaServiceMetadata" minOccurs="0"/>
                <xsd:element ref="ns2:MediaServiceFastMetadata" minOccurs="0"/>
                <xsd:element ref="ns2:MediaServiceSearchProperties" minOccurs="0"/>
                <xsd:element ref="ns2:MediaServiceDateTaken" minOccurs="0"/>
                <xsd:element ref="ns2:MediaServiceObjectDetectorVersions" minOccurs="0"/>
                <xsd:element ref="ns2:MediaServiceOCR" minOccurs="0"/>
                <xsd:element ref="ns2:MediaServiceGenerationTime" minOccurs="0"/>
                <xsd:element ref="ns2:MediaServiceEventHashCode" minOccurs="0"/>
                <xsd:element ref="ns3:SharedWithUsers" minOccurs="0"/>
                <xsd:element ref="ns3:SharedWithDetails" minOccurs="0"/>
                <xsd:element ref="ns2:MediaLengthInSeconds" minOccurs="0"/>
                <xsd:element ref="ns2:MediaServiceLocation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183b202c-ae80-4e15-8c69-6a1d9998050a" elementFormDefault="qualified">
    <xsd:import namespace="http://schemas.microsoft.com/office/2006/documentManagement/types"/>
    <xsd:import namespace="http://schemas.microsoft.com/office/infopath/2007/PartnerControls"/>
    <xsd:element name="lcf76f155ced4ddcb4097134ff3c332f" ma:index="9" nillable="true" ma:taxonomy="true" ma:internalName="lcf76f155ced4ddcb4097134ff3c332f" ma:taxonomyFieldName="MediaServiceImageTags" ma:displayName="画像タグ" ma:readOnly="false" ma:fieldId="{5cf76f15-5ced-4ddc-b409-7134ff3c332f}" ma:taxonomyMulti="true" ma:sspId="e0122028-6687-4c6d-9ac4-9fc83d8b0071" ma:termSetId="09814cd3-568e-fe90-9814-8d621ff8fb84" ma:anchorId="fba54fb3-c3e1-fe81-a776-ca4b69148c4d" ma:open="true" ma:isKeyword="false">
      <xsd:complexType>
        <xsd:sequence>
          <xsd:element ref="pc:Terms" minOccurs="0" maxOccurs="1"/>
        </xsd:sequence>
      </xsd:complexType>
    </xsd:element>
    <xsd:element name="MediaServiceMetadata" ma:index="11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2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SearchProperties" ma:index="13" nillable="true" ma:displayName="MediaServiceSearchProperties" ma:hidden="true" ma:internalName="MediaServiceSearchProperties" ma:readOnly="true">
      <xsd:simpleType>
        <xsd:restriction base="dms:Note"/>
      </xsd:simpleType>
    </xsd:element>
    <xsd:element name="MediaServiceDateTaken" ma:index="14" nillable="true" ma:displayName="MediaServiceDateTaken" ma:hidden="true" ma:indexed="true" ma:internalName="MediaServiceDateTaken" ma:readOnly="true">
      <xsd:simpleType>
        <xsd:restriction base="dms:Text"/>
      </xsd:simpleType>
    </xsd:element>
    <xsd:element name="MediaServiceObjectDetectorVersions" ma:index="15" nillable="true" ma:displayName="MediaServiceObjectDetectorVersions" ma:hidden="true" ma:indexed="true" ma:internalName="MediaServiceObjectDetectorVersions" ma:readOnly="true">
      <xsd:simpleType>
        <xsd:restriction base="dms:Text"/>
      </xsd:simpleType>
    </xsd:element>
    <xsd:element name="MediaServiceOCR" ma:index="16" nillable="true" ma:displayName="Extracted Text" ma:internalName="MediaServiceOCR" ma:readOnly="true">
      <xsd:simpleType>
        <xsd:restriction base="dms:Note">
          <xsd:maxLength value="255"/>
        </xsd:restriction>
      </xsd:simpleType>
    </xsd:element>
    <xsd:element name="MediaServiceGenerationTime" ma:index="17" nillable="true" ma:displayName="MediaServiceGenerationTime" ma:hidden="true" ma:internalName="MediaServiceGenerationTime" ma:readOnly="true">
      <xsd:simpleType>
        <xsd:restriction base="dms:Text"/>
      </xsd:simpleType>
    </xsd:element>
    <xsd:element name="MediaServiceEventHashCode" ma:index="18" nillable="true" ma:displayName="MediaServiceEventHashCode" ma:hidden="true" ma:internalName="MediaServiceEventHashCode" ma:readOnly="true">
      <xsd:simpleType>
        <xsd:restriction base="dms:Text"/>
      </xsd:simpleType>
    </xsd:element>
    <xsd:element name="MediaLengthInSeconds" ma:index="21" nillable="true" ma:displayName="MediaLengthInSeconds" ma:hidden="true" ma:internalName="MediaLengthInSeconds" ma:readOnly="true">
      <xsd:simpleType>
        <xsd:restriction base="dms:Unknown"/>
      </xsd:simpleType>
    </xsd:element>
    <xsd:element name="MediaServiceLocation" ma:index="22" nillable="true" ma:displayName="Location" ma:indexed="true" ma:internalName="MediaServiceLocation" ma:readOnly="true">
      <xsd:simpleType>
        <xsd:restriction base="dms:Text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8ce37a9d-ae0a-4fdd-8655-549331436814" elementFormDefault="qualified">
    <xsd:import namespace="http://schemas.microsoft.com/office/2006/documentManagement/types"/>
    <xsd:import namespace="http://schemas.microsoft.com/office/infopath/2007/PartnerControls"/>
    <xsd:element name="TaxCatchAll" ma:index="10" nillable="true" ma:displayName="Taxonomy Catch All Column" ma:hidden="true" ma:list="{f4950cb0-76bb-48c3-aa3f-6a0bc8ebff2a}" ma:internalName="TaxCatchAll" ma:showField="CatchAllData" ma:web="8ce37a9d-ae0a-4fdd-8655-549331436814">
      <xsd:complexType>
        <xsd:complexContent>
          <xsd:extension base="dms:MultiChoiceLookup">
            <xsd:sequence>
              <xsd:element name="Value" type="dms:Lookup" maxOccurs="unbounded" minOccurs="0" nillable="true"/>
            </xsd:sequence>
          </xsd:extension>
        </xsd:complexContent>
      </xsd:complexType>
    </xsd:element>
    <xsd:element name="SharedWithUsers" ma:index="19" nillable="true" ma:displayName="共有相手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edWithDetails" ma:index="20" nillable="true" ma:displayName="共有相手の詳細情報" ma:internalName="SharedWithDetail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コンテンツ タイプ"/>
        <xsd:element ref="dc:title" minOccurs="0" maxOccurs="1" ma:index="4" ma:displayName="タイトル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3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2DC3C1EE-4368-4A3B-9235-E28EC1CBF6E7}">
  <ds:schemaRefs>
    <ds:schemaRef ds:uri="183b202c-ae80-4e15-8c69-6a1d9998050a"/>
    <ds:schemaRef ds:uri="8ce37a9d-ae0a-4fdd-8655-549331436814"/>
    <ds:schemaRef ds:uri="http://purl.org/dc/dcmitype/"/>
    <ds:schemaRef ds:uri="http://purl.org/dc/elements/1.1/"/>
    <ds:schemaRef ds:uri="http://purl.org/dc/terms/"/>
    <ds:schemaRef ds:uri="http://schemas.microsoft.com/office/2006/documentManagement/types"/>
    <ds:schemaRef ds:uri="http://schemas.microsoft.com/office/2006/metadata/properties"/>
    <ds:schemaRef ds:uri="http://schemas.microsoft.com/office/infopath/2007/PartnerControls"/>
    <ds:schemaRef ds:uri="http://schemas.openxmlformats.org/package/2006/metadata/core-properties"/>
    <ds:schemaRef ds:uri="http://www.w3.org/XML/1998/namespace"/>
  </ds:schemaRefs>
</ds:datastoreItem>
</file>

<file path=customXml/itemProps2.xml><?xml version="1.0" encoding="utf-8"?>
<ds:datastoreItem xmlns:ds="http://schemas.openxmlformats.org/officeDocument/2006/customXml" ds:itemID="{A2555ED5-D354-4BB7-B23D-A7395E1E2049}">
  <ds:schemaRefs>
    <ds:schemaRef ds:uri="183b202c-ae80-4e15-8c69-6a1d9998050a"/>
    <ds:schemaRef ds:uri="8ce37a9d-ae0a-4fdd-8655-549331436814"/>
    <ds:schemaRef ds:uri="http://purl.org/dc/elements/1.1/"/>
    <ds:schemaRef ds:uri="http://purl.org/dc/terms/"/>
    <ds:schemaRef ds:uri="http://schemas.microsoft.com/internal/obd"/>
    <ds:schemaRef ds:uri="http://schemas.microsoft.com/office/2006/documentManagement/types"/>
    <ds:schemaRef ds:uri="http://schemas.microsoft.com/office/2006/metadata/contentType"/>
    <ds:schemaRef ds:uri="http://schemas.microsoft.com/office/2006/metadata/properties"/>
    <ds:schemaRef ds:uri="http://schemas.microsoft.com/office/2006/metadata/properties/metaAttributes"/>
    <ds:schemaRef ds:uri="http://schemas.microsoft.com/office/infopath/2007/PartnerControls"/>
    <ds:schemaRef ds:uri="http://schemas.openxmlformats.org/package/2006/metadata/core-properties"/>
    <ds:schemaRef ds:uri="http://www.w3.org/2001/XMLSchema"/>
  </ds:schemaRefs>
</ds:datastoreItem>
</file>

<file path=customXml/itemProps3.xml><?xml version="1.0" encoding="utf-8"?>
<ds:datastoreItem xmlns:ds="http://schemas.openxmlformats.org/officeDocument/2006/customXml" ds:itemID="{A8BB61EC-F26E-4C1E-B389-0F6EB507E61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Application>Microsoft Office PowerPoint</Application>
  <PresentationFormat>Widescreen</PresentationFormat>
  <Slides>4</Slides>
  <Notes>0</Notes>
  <HiddenSlides>0</HiddenSlide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5" baseType="lpstr">
      <vt:lpstr>デザインの設定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中村 啓人</dc:creator>
  <cp:revision>2</cp:revision>
  <dcterms:created xsi:type="dcterms:W3CDTF">2025-01-07T03:42:06Z</dcterms:created>
  <dcterms:modified xsi:type="dcterms:W3CDTF">2026-08-11T01:34:55Z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ontentTypeId">
    <vt:lpwstr>0x0101008EC6ACA214567D47A6078E47D8ED1BBE</vt:lpwstr>
  </property>
  <property fmtid="{D5CDD505-2E9C-101B-9397-08002B2CF9AE}" pid="3" name="MediaServiceImageTags">
    <vt:lpwstr/>
  </property>
</Properties>
</file>